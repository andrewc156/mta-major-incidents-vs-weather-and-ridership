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8" r:id="rId2"/>
  </p:sldIdLst>
  <p:sldSz cx="43891200" cy="32918400"/>
  <p:notesSz cx="6858000" cy="9144000"/>
  <p:defaultTextStyle>
    <a:defPPr>
      <a:defRPr lang="en-US"/>
    </a:defPPr>
    <a:lvl1pPr marL="0" algn="l" defTabSz="2351288" rtl="0" eaLnBrk="1" latinLnBrk="0" hangingPunct="1">
      <a:defRPr sz="9300" kern="1200">
        <a:solidFill>
          <a:schemeClr val="tx1"/>
        </a:solidFill>
        <a:latin typeface="+mn-lt"/>
        <a:ea typeface="+mn-ea"/>
        <a:cs typeface="+mn-cs"/>
      </a:defRPr>
    </a:lvl1pPr>
    <a:lvl2pPr marL="2351288" algn="l" defTabSz="2351288" rtl="0" eaLnBrk="1" latinLnBrk="0" hangingPunct="1">
      <a:defRPr sz="9300" kern="1200">
        <a:solidFill>
          <a:schemeClr val="tx1"/>
        </a:solidFill>
        <a:latin typeface="+mn-lt"/>
        <a:ea typeface="+mn-ea"/>
        <a:cs typeface="+mn-cs"/>
      </a:defRPr>
    </a:lvl2pPr>
    <a:lvl3pPr marL="4702576" algn="l" defTabSz="2351288" rtl="0" eaLnBrk="1" latinLnBrk="0" hangingPunct="1">
      <a:defRPr sz="9300" kern="1200">
        <a:solidFill>
          <a:schemeClr val="tx1"/>
        </a:solidFill>
        <a:latin typeface="+mn-lt"/>
        <a:ea typeface="+mn-ea"/>
        <a:cs typeface="+mn-cs"/>
      </a:defRPr>
    </a:lvl3pPr>
    <a:lvl4pPr marL="7053864" algn="l" defTabSz="2351288" rtl="0" eaLnBrk="1" latinLnBrk="0" hangingPunct="1">
      <a:defRPr sz="9300" kern="1200">
        <a:solidFill>
          <a:schemeClr val="tx1"/>
        </a:solidFill>
        <a:latin typeface="+mn-lt"/>
        <a:ea typeface="+mn-ea"/>
        <a:cs typeface="+mn-cs"/>
      </a:defRPr>
    </a:lvl4pPr>
    <a:lvl5pPr marL="9405153" algn="l" defTabSz="2351288" rtl="0" eaLnBrk="1" latinLnBrk="0" hangingPunct="1">
      <a:defRPr sz="9300" kern="1200">
        <a:solidFill>
          <a:schemeClr val="tx1"/>
        </a:solidFill>
        <a:latin typeface="+mn-lt"/>
        <a:ea typeface="+mn-ea"/>
        <a:cs typeface="+mn-cs"/>
      </a:defRPr>
    </a:lvl5pPr>
    <a:lvl6pPr marL="11756441" algn="l" defTabSz="2351288" rtl="0" eaLnBrk="1" latinLnBrk="0" hangingPunct="1">
      <a:defRPr sz="9300" kern="1200">
        <a:solidFill>
          <a:schemeClr val="tx1"/>
        </a:solidFill>
        <a:latin typeface="+mn-lt"/>
        <a:ea typeface="+mn-ea"/>
        <a:cs typeface="+mn-cs"/>
      </a:defRPr>
    </a:lvl6pPr>
    <a:lvl7pPr marL="14107729" algn="l" defTabSz="2351288" rtl="0" eaLnBrk="1" latinLnBrk="0" hangingPunct="1">
      <a:defRPr sz="9300" kern="1200">
        <a:solidFill>
          <a:schemeClr val="tx1"/>
        </a:solidFill>
        <a:latin typeface="+mn-lt"/>
        <a:ea typeface="+mn-ea"/>
        <a:cs typeface="+mn-cs"/>
      </a:defRPr>
    </a:lvl7pPr>
    <a:lvl8pPr marL="16459017" algn="l" defTabSz="2351288" rtl="0" eaLnBrk="1" latinLnBrk="0" hangingPunct="1">
      <a:defRPr sz="9300" kern="1200">
        <a:solidFill>
          <a:schemeClr val="tx1"/>
        </a:solidFill>
        <a:latin typeface="+mn-lt"/>
        <a:ea typeface="+mn-ea"/>
        <a:cs typeface="+mn-cs"/>
      </a:defRPr>
    </a:lvl8pPr>
    <a:lvl9pPr marL="18810305" algn="l" defTabSz="2351288" rtl="0" eaLnBrk="1" latinLnBrk="0" hangingPunct="1">
      <a:defRPr sz="9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620"/>
    <p:restoredTop sz="94660"/>
  </p:normalViewPr>
  <p:slideViewPr>
    <p:cSldViewPr snapToGrid="0" snapToObjects="1">
      <p:cViewPr varScale="1">
        <p:scale>
          <a:sx n="26" d="100"/>
          <a:sy n="26" d="100"/>
        </p:scale>
        <p:origin x="2920" y="344"/>
      </p:cViewPr>
      <p:guideLst>
        <p:guide orient="horz" pos="10368"/>
        <p:guide pos="1382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10226042"/>
            <a:ext cx="37307520" cy="7056120"/>
          </a:xfrm>
        </p:spPr>
        <p:txBody>
          <a:bodyPr/>
          <a:lstStyle/>
          <a:p>
            <a:r>
              <a:rPr lang="en-US"/>
              <a:t>Click to edit Master title style</a:t>
            </a:r>
          </a:p>
        </p:txBody>
      </p:sp>
      <p:sp>
        <p:nvSpPr>
          <p:cNvPr id="3" name="Subtitle 2"/>
          <p:cNvSpPr>
            <a:spLocks noGrp="1"/>
          </p:cNvSpPr>
          <p:nvPr>
            <p:ph type="subTitle" idx="1"/>
          </p:nvPr>
        </p:nvSpPr>
        <p:spPr>
          <a:xfrm>
            <a:off x="6583680" y="18653760"/>
            <a:ext cx="30723840" cy="8412480"/>
          </a:xfrm>
        </p:spPr>
        <p:txBody>
          <a:bodyPr/>
          <a:lstStyle>
            <a:lvl1pPr marL="0" indent="0" algn="ctr">
              <a:buNone/>
              <a:defRPr>
                <a:solidFill>
                  <a:schemeClr val="tx1">
                    <a:tint val="75000"/>
                  </a:schemeClr>
                </a:solidFill>
              </a:defRPr>
            </a:lvl1pPr>
            <a:lvl2pPr marL="2351288" indent="0" algn="ctr">
              <a:buNone/>
              <a:defRPr>
                <a:solidFill>
                  <a:schemeClr val="tx1">
                    <a:tint val="75000"/>
                  </a:schemeClr>
                </a:solidFill>
              </a:defRPr>
            </a:lvl2pPr>
            <a:lvl3pPr marL="4702576" indent="0" algn="ctr">
              <a:buNone/>
              <a:defRPr>
                <a:solidFill>
                  <a:schemeClr val="tx1">
                    <a:tint val="75000"/>
                  </a:schemeClr>
                </a:solidFill>
              </a:defRPr>
            </a:lvl3pPr>
            <a:lvl4pPr marL="7053864" indent="0" algn="ctr">
              <a:buNone/>
              <a:defRPr>
                <a:solidFill>
                  <a:schemeClr val="tx1">
                    <a:tint val="75000"/>
                  </a:schemeClr>
                </a:solidFill>
              </a:defRPr>
            </a:lvl4pPr>
            <a:lvl5pPr marL="9405153" indent="0" algn="ctr">
              <a:buNone/>
              <a:defRPr>
                <a:solidFill>
                  <a:schemeClr val="tx1">
                    <a:tint val="75000"/>
                  </a:schemeClr>
                </a:solidFill>
              </a:defRPr>
            </a:lvl5pPr>
            <a:lvl6pPr marL="11756441" indent="0" algn="ctr">
              <a:buNone/>
              <a:defRPr>
                <a:solidFill>
                  <a:schemeClr val="tx1">
                    <a:tint val="75000"/>
                  </a:schemeClr>
                </a:solidFill>
              </a:defRPr>
            </a:lvl6pPr>
            <a:lvl7pPr marL="14107729" indent="0" algn="ctr">
              <a:buNone/>
              <a:defRPr>
                <a:solidFill>
                  <a:schemeClr val="tx1">
                    <a:tint val="75000"/>
                  </a:schemeClr>
                </a:solidFill>
              </a:defRPr>
            </a:lvl7pPr>
            <a:lvl8pPr marL="16459017" indent="0" algn="ctr">
              <a:buNone/>
              <a:defRPr>
                <a:solidFill>
                  <a:schemeClr val="tx1">
                    <a:tint val="75000"/>
                  </a:schemeClr>
                </a:solidFill>
              </a:defRPr>
            </a:lvl8pPr>
            <a:lvl9pPr marL="1881030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C9CA871-B306-BF45-8C90-87D9877B8FBE}" type="datetimeFigureOut">
              <a:rPr lang="en-US" smtClean="0"/>
              <a:pPr/>
              <a:t>4/19/26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C9CA871-B306-BF45-8C90-87D9877B8FBE}" type="datetimeFigureOut">
              <a:rPr lang="en-US" smtClean="0"/>
              <a:pPr/>
              <a:t>4/19/26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2" y="21153122"/>
            <a:ext cx="37307520" cy="6537960"/>
          </a:xfrm>
        </p:spPr>
        <p:txBody>
          <a:bodyPr anchor="t"/>
          <a:lstStyle>
            <a:lvl1pPr algn="l">
              <a:defRPr sz="20600" b="1" cap="all"/>
            </a:lvl1pPr>
          </a:lstStyle>
          <a:p>
            <a:r>
              <a:rPr lang="en-US"/>
              <a:t>Click to edit Master title style</a:t>
            </a:r>
          </a:p>
        </p:txBody>
      </p:sp>
      <p:sp>
        <p:nvSpPr>
          <p:cNvPr id="3" name="Text Placeholder 2"/>
          <p:cNvSpPr>
            <a:spLocks noGrp="1"/>
          </p:cNvSpPr>
          <p:nvPr>
            <p:ph type="body" idx="1"/>
          </p:nvPr>
        </p:nvSpPr>
        <p:spPr>
          <a:xfrm>
            <a:off x="3467102" y="13952225"/>
            <a:ext cx="37307520" cy="7200898"/>
          </a:xfrm>
        </p:spPr>
        <p:txBody>
          <a:bodyPr anchor="b"/>
          <a:lstStyle>
            <a:lvl1pPr marL="0" indent="0">
              <a:buNone/>
              <a:defRPr sz="10300">
                <a:solidFill>
                  <a:schemeClr val="tx1">
                    <a:tint val="75000"/>
                  </a:schemeClr>
                </a:solidFill>
              </a:defRPr>
            </a:lvl1pPr>
            <a:lvl2pPr marL="2351288" indent="0">
              <a:buNone/>
              <a:defRPr sz="9300">
                <a:solidFill>
                  <a:schemeClr val="tx1">
                    <a:tint val="75000"/>
                  </a:schemeClr>
                </a:solidFill>
              </a:defRPr>
            </a:lvl2pPr>
            <a:lvl3pPr marL="4702576" indent="0">
              <a:buNone/>
              <a:defRPr sz="8200">
                <a:solidFill>
                  <a:schemeClr val="tx1">
                    <a:tint val="75000"/>
                  </a:schemeClr>
                </a:solidFill>
              </a:defRPr>
            </a:lvl3pPr>
            <a:lvl4pPr marL="7053864" indent="0">
              <a:buNone/>
              <a:defRPr sz="7200">
                <a:solidFill>
                  <a:schemeClr val="tx1">
                    <a:tint val="75000"/>
                  </a:schemeClr>
                </a:solidFill>
              </a:defRPr>
            </a:lvl4pPr>
            <a:lvl5pPr marL="9405153" indent="0">
              <a:buNone/>
              <a:defRPr sz="7200">
                <a:solidFill>
                  <a:schemeClr val="tx1">
                    <a:tint val="75000"/>
                  </a:schemeClr>
                </a:solidFill>
              </a:defRPr>
            </a:lvl5pPr>
            <a:lvl6pPr marL="11756441" indent="0">
              <a:buNone/>
              <a:defRPr sz="7200">
                <a:solidFill>
                  <a:schemeClr val="tx1">
                    <a:tint val="75000"/>
                  </a:schemeClr>
                </a:solidFill>
              </a:defRPr>
            </a:lvl6pPr>
            <a:lvl7pPr marL="14107729" indent="0">
              <a:buNone/>
              <a:defRPr sz="7200">
                <a:solidFill>
                  <a:schemeClr val="tx1">
                    <a:tint val="75000"/>
                  </a:schemeClr>
                </a:solidFill>
              </a:defRPr>
            </a:lvl7pPr>
            <a:lvl8pPr marL="16459017" indent="0">
              <a:buNone/>
              <a:defRPr sz="7200">
                <a:solidFill>
                  <a:schemeClr val="tx1">
                    <a:tint val="75000"/>
                  </a:schemeClr>
                </a:solidFill>
              </a:defRPr>
            </a:lvl8pPr>
            <a:lvl9pPr marL="18810305" indent="0">
              <a:buNone/>
              <a:defRPr sz="7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9CA871-B306-BF45-8C90-87D9877B8FBE}" type="datetimeFigureOut">
              <a:rPr lang="en-US" smtClean="0"/>
              <a:pPr/>
              <a:t>4/19/26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4560" y="7680963"/>
            <a:ext cx="19385280" cy="21724622"/>
          </a:xfrm>
        </p:spPr>
        <p:txBody>
          <a:bodyPr/>
          <a:lstStyle>
            <a:lvl1pPr>
              <a:defRPr sz="14400"/>
            </a:lvl1pPr>
            <a:lvl2pPr>
              <a:defRPr sz="12300"/>
            </a:lvl2pPr>
            <a:lvl3pPr>
              <a:defRPr sz="10300"/>
            </a:lvl3pPr>
            <a:lvl4pPr>
              <a:defRPr sz="9300"/>
            </a:lvl4pPr>
            <a:lvl5pPr>
              <a:defRPr sz="9300"/>
            </a:lvl5pPr>
            <a:lvl6pPr>
              <a:defRPr sz="9300"/>
            </a:lvl6pPr>
            <a:lvl7pPr>
              <a:defRPr sz="9300"/>
            </a:lvl7pPr>
            <a:lvl8pPr>
              <a:defRPr sz="9300"/>
            </a:lvl8pPr>
            <a:lvl9pPr>
              <a:defRPr sz="9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311360" y="7680963"/>
            <a:ext cx="19385280" cy="21724622"/>
          </a:xfrm>
        </p:spPr>
        <p:txBody>
          <a:bodyPr/>
          <a:lstStyle>
            <a:lvl1pPr>
              <a:defRPr sz="14400"/>
            </a:lvl1pPr>
            <a:lvl2pPr>
              <a:defRPr sz="12300"/>
            </a:lvl2pPr>
            <a:lvl3pPr>
              <a:defRPr sz="10300"/>
            </a:lvl3pPr>
            <a:lvl4pPr>
              <a:defRPr sz="9300"/>
            </a:lvl4pPr>
            <a:lvl5pPr>
              <a:defRPr sz="9300"/>
            </a:lvl5pPr>
            <a:lvl6pPr>
              <a:defRPr sz="9300"/>
            </a:lvl6pPr>
            <a:lvl7pPr>
              <a:defRPr sz="9300"/>
            </a:lvl7pPr>
            <a:lvl8pPr>
              <a:defRPr sz="9300"/>
            </a:lvl8pPr>
            <a:lvl9pPr>
              <a:defRPr sz="9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C9CA871-B306-BF45-8C90-87D9877B8FBE}" type="datetimeFigureOut">
              <a:rPr lang="en-US" smtClean="0"/>
              <a:pPr/>
              <a:t>4/19/26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4561" y="7368542"/>
            <a:ext cx="19392902" cy="3070858"/>
          </a:xfrm>
        </p:spPr>
        <p:txBody>
          <a:bodyPr anchor="b"/>
          <a:lstStyle>
            <a:lvl1pPr marL="0" indent="0">
              <a:buNone/>
              <a:defRPr sz="12300" b="1"/>
            </a:lvl1pPr>
            <a:lvl2pPr marL="2351288" indent="0">
              <a:buNone/>
              <a:defRPr sz="10300" b="1"/>
            </a:lvl2pPr>
            <a:lvl3pPr marL="4702576" indent="0">
              <a:buNone/>
              <a:defRPr sz="9300" b="1"/>
            </a:lvl3pPr>
            <a:lvl4pPr marL="7053864" indent="0">
              <a:buNone/>
              <a:defRPr sz="8200" b="1"/>
            </a:lvl4pPr>
            <a:lvl5pPr marL="9405153" indent="0">
              <a:buNone/>
              <a:defRPr sz="8200" b="1"/>
            </a:lvl5pPr>
            <a:lvl6pPr marL="11756441" indent="0">
              <a:buNone/>
              <a:defRPr sz="8200" b="1"/>
            </a:lvl6pPr>
            <a:lvl7pPr marL="14107729" indent="0">
              <a:buNone/>
              <a:defRPr sz="8200" b="1"/>
            </a:lvl7pPr>
            <a:lvl8pPr marL="16459017" indent="0">
              <a:buNone/>
              <a:defRPr sz="8200" b="1"/>
            </a:lvl8pPr>
            <a:lvl9pPr marL="18810305" indent="0">
              <a:buNone/>
              <a:defRPr sz="8200" b="1"/>
            </a:lvl9pPr>
          </a:lstStyle>
          <a:p>
            <a:pPr lvl="0"/>
            <a:r>
              <a:rPr lang="en-US"/>
              <a:t>Click to edit Master text styles</a:t>
            </a:r>
          </a:p>
        </p:txBody>
      </p:sp>
      <p:sp>
        <p:nvSpPr>
          <p:cNvPr id="4" name="Content Placeholder 3"/>
          <p:cNvSpPr>
            <a:spLocks noGrp="1"/>
          </p:cNvSpPr>
          <p:nvPr>
            <p:ph sz="half" idx="2"/>
          </p:nvPr>
        </p:nvSpPr>
        <p:spPr>
          <a:xfrm>
            <a:off x="2194561" y="10439400"/>
            <a:ext cx="19392902" cy="18966182"/>
          </a:xfrm>
        </p:spPr>
        <p:txBody>
          <a:bodyPr/>
          <a:lstStyle>
            <a:lvl1pPr>
              <a:defRPr sz="12300"/>
            </a:lvl1pPr>
            <a:lvl2pPr>
              <a:defRPr sz="10300"/>
            </a:lvl2pPr>
            <a:lvl3pPr>
              <a:defRPr sz="93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123" y="7368542"/>
            <a:ext cx="19400520" cy="3070858"/>
          </a:xfrm>
        </p:spPr>
        <p:txBody>
          <a:bodyPr anchor="b"/>
          <a:lstStyle>
            <a:lvl1pPr marL="0" indent="0">
              <a:buNone/>
              <a:defRPr sz="12300" b="1"/>
            </a:lvl1pPr>
            <a:lvl2pPr marL="2351288" indent="0">
              <a:buNone/>
              <a:defRPr sz="10300" b="1"/>
            </a:lvl2pPr>
            <a:lvl3pPr marL="4702576" indent="0">
              <a:buNone/>
              <a:defRPr sz="9300" b="1"/>
            </a:lvl3pPr>
            <a:lvl4pPr marL="7053864" indent="0">
              <a:buNone/>
              <a:defRPr sz="8200" b="1"/>
            </a:lvl4pPr>
            <a:lvl5pPr marL="9405153" indent="0">
              <a:buNone/>
              <a:defRPr sz="8200" b="1"/>
            </a:lvl5pPr>
            <a:lvl6pPr marL="11756441" indent="0">
              <a:buNone/>
              <a:defRPr sz="8200" b="1"/>
            </a:lvl6pPr>
            <a:lvl7pPr marL="14107729" indent="0">
              <a:buNone/>
              <a:defRPr sz="8200" b="1"/>
            </a:lvl7pPr>
            <a:lvl8pPr marL="16459017" indent="0">
              <a:buNone/>
              <a:defRPr sz="8200" b="1"/>
            </a:lvl8pPr>
            <a:lvl9pPr marL="18810305" indent="0">
              <a:buNone/>
              <a:defRPr sz="8200" b="1"/>
            </a:lvl9pPr>
          </a:lstStyle>
          <a:p>
            <a:pPr lvl="0"/>
            <a:r>
              <a:rPr lang="en-US"/>
              <a:t>Click to edit Master text styles</a:t>
            </a:r>
          </a:p>
        </p:txBody>
      </p:sp>
      <p:sp>
        <p:nvSpPr>
          <p:cNvPr id="6" name="Content Placeholder 5"/>
          <p:cNvSpPr>
            <a:spLocks noGrp="1"/>
          </p:cNvSpPr>
          <p:nvPr>
            <p:ph sz="quarter" idx="4"/>
          </p:nvPr>
        </p:nvSpPr>
        <p:spPr>
          <a:xfrm>
            <a:off x="22296123" y="10439400"/>
            <a:ext cx="19400520" cy="18966182"/>
          </a:xfrm>
        </p:spPr>
        <p:txBody>
          <a:bodyPr/>
          <a:lstStyle>
            <a:lvl1pPr>
              <a:defRPr sz="12300"/>
            </a:lvl1pPr>
            <a:lvl2pPr>
              <a:defRPr sz="10300"/>
            </a:lvl2pPr>
            <a:lvl3pPr>
              <a:defRPr sz="9300"/>
            </a:lvl3pPr>
            <a:lvl4pPr>
              <a:defRPr sz="8200"/>
            </a:lvl4pPr>
            <a:lvl5pPr>
              <a:defRPr sz="8200"/>
            </a:lvl5pPr>
            <a:lvl6pPr>
              <a:defRPr sz="8200"/>
            </a:lvl6pPr>
            <a:lvl7pPr>
              <a:defRPr sz="8200"/>
            </a:lvl7pPr>
            <a:lvl8pPr>
              <a:defRPr sz="8200"/>
            </a:lvl8pPr>
            <a:lvl9pPr>
              <a:defRPr sz="8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C9CA871-B306-BF45-8C90-87D9877B8FBE}" type="datetimeFigureOut">
              <a:rPr lang="en-US" smtClean="0"/>
              <a:pPr/>
              <a:t>4/19/26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C9CA871-B306-BF45-8C90-87D9877B8FBE}" type="datetimeFigureOut">
              <a:rPr lang="en-US" smtClean="0"/>
              <a:pPr/>
              <a:t>4/19/26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9CA871-B306-BF45-8C90-87D9877B8FBE}" type="datetimeFigureOut">
              <a:rPr lang="en-US" smtClean="0"/>
              <a:pPr/>
              <a:t>4/19/26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4563" y="1310640"/>
            <a:ext cx="14439902" cy="5577840"/>
          </a:xfrm>
        </p:spPr>
        <p:txBody>
          <a:bodyPr anchor="b"/>
          <a:lstStyle>
            <a:lvl1pPr algn="l">
              <a:defRPr sz="10300" b="1"/>
            </a:lvl1pPr>
          </a:lstStyle>
          <a:p>
            <a:r>
              <a:rPr lang="en-US"/>
              <a:t>Click to edit Master title style</a:t>
            </a:r>
          </a:p>
        </p:txBody>
      </p:sp>
      <p:sp>
        <p:nvSpPr>
          <p:cNvPr id="3" name="Content Placeholder 2"/>
          <p:cNvSpPr>
            <a:spLocks noGrp="1"/>
          </p:cNvSpPr>
          <p:nvPr>
            <p:ph idx="1"/>
          </p:nvPr>
        </p:nvSpPr>
        <p:spPr>
          <a:xfrm>
            <a:off x="17160240" y="1310643"/>
            <a:ext cx="24536400" cy="28094942"/>
          </a:xfrm>
        </p:spPr>
        <p:txBody>
          <a:bodyPr/>
          <a:lstStyle>
            <a:lvl1pPr>
              <a:defRPr sz="16500"/>
            </a:lvl1pPr>
            <a:lvl2pPr>
              <a:defRPr sz="14400"/>
            </a:lvl2pPr>
            <a:lvl3pPr>
              <a:defRPr sz="12300"/>
            </a:lvl3pPr>
            <a:lvl4pPr>
              <a:defRPr sz="10300"/>
            </a:lvl4pPr>
            <a:lvl5pPr>
              <a:defRPr sz="10300"/>
            </a:lvl5pPr>
            <a:lvl6pPr>
              <a:defRPr sz="10300"/>
            </a:lvl6pPr>
            <a:lvl7pPr>
              <a:defRPr sz="10300"/>
            </a:lvl7pPr>
            <a:lvl8pPr>
              <a:defRPr sz="10300"/>
            </a:lvl8pPr>
            <a:lvl9pPr>
              <a:defRPr sz="10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4563" y="6888483"/>
            <a:ext cx="14439902" cy="22517102"/>
          </a:xfrm>
        </p:spPr>
        <p:txBody>
          <a:bodyPr/>
          <a:lstStyle>
            <a:lvl1pPr marL="0" indent="0">
              <a:buNone/>
              <a:defRPr sz="7200"/>
            </a:lvl1pPr>
            <a:lvl2pPr marL="2351288" indent="0">
              <a:buNone/>
              <a:defRPr sz="6200"/>
            </a:lvl2pPr>
            <a:lvl3pPr marL="4702576" indent="0">
              <a:buNone/>
              <a:defRPr sz="5100"/>
            </a:lvl3pPr>
            <a:lvl4pPr marL="7053864" indent="0">
              <a:buNone/>
              <a:defRPr sz="4600"/>
            </a:lvl4pPr>
            <a:lvl5pPr marL="9405153" indent="0">
              <a:buNone/>
              <a:defRPr sz="4600"/>
            </a:lvl5pPr>
            <a:lvl6pPr marL="11756441" indent="0">
              <a:buNone/>
              <a:defRPr sz="4600"/>
            </a:lvl6pPr>
            <a:lvl7pPr marL="14107729" indent="0">
              <a:buNone/>
              <a:defRPr sz="4600"/>
            </a:lvl7pPr>
            <a:lvl8pPr marL="16459017" indent="0">
              <a:buNone/>
              <a:defRPr sz="4600"/>
            </a:lvl8pPr>
            <a:lvl9pPr marL="18810305" indent="0">
              <a:buNone/>
              <a:defRPr sz="4600"/>
            </a:lvl9pPr>
          </a:lstStyle>
          <a:p>
            <a:pPr lvl="0"/>
            <a:r>
              <a:rPr lang="en-US"/>
              <a:t>Click to edit Master text styles</a:t>
            </a:r>
          </a:p>
        </p:txBody>
      </p:sp>
      <p:sp>
        <p:nvSpPr>
          <p:cNvPr id="5" name="Date Placeholder 4"/>
          <p:cNvSpPr>
            <a:spLocks noGrp="1"/>
          </p:cNvSpPr>
          <p:nvPr>
            <p:ph type="dt" sz="half" idx="10"/>
          </p:nvPr>
        </p:nvSpPr>
        <p:spPr/>
        <p:txBody>
          <a:bodyPr/>
          <a:lstStyle/>
          <a:p>
            <a:fld id="{BC9CA871-B306-BF45-8C90-87D9877B8FBE}" type="datetimeFigureOut">
              <a:rPr lang="en-US" smtClean="0"/>
              <a:pPr/>
              <a:t>4/19/26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982" y="23042880"/>
            <a:ext cx="26334720" cy="2720342"/>
          </a:xfrm>
        </p:spPr>
        <p:txBody>
          <a:bodyPr anchor="b"/>
          <a:lstStyle>
            <a:lvl1pPr algn="l">
              <a:defRPr sz="10300" b="1"/>
            </a:lvl1pPr>
          </a:lstStyle>
          <a:p>
            <a:r>
              <a:rPr lang="en-US"/>
              <a:t>Click to edit Master title style</a:t>
            </a:r>
          </a:p>
        </p:txBody>
      </p:sp>
      <p:sp>
        <p:nvSpPr>
          <p:cNvPr id="3" name="Picture Placeholder 2"/>
          <p:cNvSpPr>
            <a:spLocks noGrp="1"/>
          </p:cNvSpPr>
          <p:nvPr>
            <p:ph type="pic" idx="1"/>
          </p:nvPr>
        </p:nvSpPr>
        <p:spPr>
          <a:xfrm>
            <a:off x="8602982" y="2941320"/>
            <a:ext cx="26334720" cy="19751040"/>
          </a:xfrm>
        </p:spPr>
        <p:txBody>
          <a:bodyPr/>
          <a:lstStyle>
            <a:lvl1pPr marL="0" indent="0">
              <a:buNone/>
              <a:defRPr sz="16500"/>
            </a:lvl1pPr>
            <a:lvl2pPr marL="2351288" indent="0">
              <a:buNone/>
              <a:defRPr sz="14400"/>
            </a:lvl2pPr>
            <a:lvl3pPr marL="4702576" indent="0">
              <a:buNone/>
              <a:defRPr sz="12300"/>
            </a:lvl3pPr>
            <a:lvl4pPr marL="7053864" indent="0">
              <a:buNone/>
              <a:defRPr sz="10300"/>
            </a:lvl4pPr>
            <a:lvl5pPr marL="9405153" indent="0">
              <a:buNone/>
              <a:defRPr sz="10300"/>
            </a:lvl5pPr>
            <a:lvl6pPr marL="11756441" indent="0">
              <a:buNone/>
              <a:defRPr sz="10300"/>
            </a:lvl6pPr>
            <a:lvl7pPr marL="14107729" indent="0">
              <a:buNone/>
              <a:defRPr sz="10300"/>
            </a:lvl7pPr>
            <a:lvl8pPr marL="16459017" indent="0">
              <a:buNone/>
              <a:defRPr sz="10300"/>
            </a:lvl8pPr>
            <a:lvl9pPr marL="18810305" indent="0">
              <a:buNone/>
              <a:defRPr sz="10300"/>
            </a:lvl9pPr>
          </a:lstStyle>
          <a:p>
            <a:r>
              <a:rPr lang="en-US"/>
              <a:t>Click icon to add picture</a:t>
            </a:r>
          </a:p>
        </p:txBody>
      </p:sp>
      <p:sp>
        <p:nvSpPr>
          <p:cNvPr id="4" name="Text Placeholder 3"/>
          <p:cNvSpPr>
            <a:spLocks noGrp="1"/>
          </p:cNvSpPr>
          <p:nvPr>
            <p:ph type="body" sz="half" idx="2"/>
          </p:nvPr>
        </p:nvSpPr>
        <p:spPr>
          <a:xfrm>
            <a:off x="8602982" y="25763222"/>
            <a:ext cx="26334720" cy="3863338"/>
          </a:xfrm>
        </p:spPr>
        <p:txBody>
          <a:bodyPr/>
          <a:lstStyle>
            <a:lvl1pPr marL="0" indent="0">
              <a:buNone/>
              <a:defRPr sz="7200"/>
            </a:lvl1pPr>
            <a:lvl2pPr marL="2351288" indent="0">
              <a:buNone/>
              <a:defRPr sz="6200"/>
            </a:lvl2pPr>
            <a:lvl3pPr marL="4702576" indent="0">
              <a:buNone/>
              <a:defRPr sz="5100"/>
            </a:lvl3pPr>
            <a:lvl4pPr marL="7053864" indent="0">
              <a:buNone/>
              <a:defRPr sz="4600"/>
            </a:lvl4pPr>
            <a:lvl5pPr marL="9405153" indent="0">
              <a:buNone/>
              <a:defRPr sz="4600"/>
            </a:lvl5pPr>
            <a:lvl6pPr marL="11756441" indent="0">
              <a:buNone/>
              <a:defRPr sz="4600"/>
            </a:lvl6pPr>
            <a:lvl7pPr marL="14107729" indent="0">
              <a:buNone/>
              <a:defRPr sz="4600"/>
            </a:lvl7pPr>
            <a:lvl8pPr marL="16459017" indent="0">
              <a:buNone/>
              <a:defRPr sz="4600"/>
            </a:lvl8pPr>
            <a:lvl9pPr marL="18810305" indent="0">
              <a:buNone/>
              <a:defRPr sz="4600"/>
            </a:lvl9pPr>
          </a:lstStyle>
          <a:p>
            <a:pPr lvl="0"/>
            <a:r>
              <a:rPr lang="en-US"/>
              <a:t>Click to edit Master text styles</a:t>
            </a:r>
          </a:p>
        </p:txBody>
      </p:sp>
      <p:sp>
        <p:nvSpPr>
          <p:cNvPr id="5" name="Date Placeholder 4"/>
          <p:cNvSpPr>
            <a:spLocks noGrp="1"/>
          </p:cNvSpPr>
          <p:nvPr>
            <p:ph type="dt" sz="half" idx="10"/>
          </p:nvPr>
        </p:nvSpPr>
        <p:spPr/>
        <p:txBody>
          <a:bodyPr/>
          <a:lstStyle/>
          <a:p>
            <a:fld id="{BC9CA871-B306-BF45-8C90-87D9877B8FBE}" type="datetimeFigureOut">
              <a:rPr lang="en-US" smtClean="0"/>
              <a:pPr/>
              <a:t>4/19/26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C9CA871-B306-BF45-8C90-87D9877B8FBE}" type="datetimeFigureOut">
              <a:rPr lang="en-US" smtClean="0"/>
              <a:pPr/>
              <a:t>4/19/26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120" y="1318265"/>
            <a:ext cx="987552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4560" y="1318265"/>
            <a:ext cx="2889504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C9CA871-B306-BF45-8C90-87D9877B8FBE}" type="datetimeFigureOut">
              <a:rPr lang="en-US" smtClean="0"/>
              <a:pPr/>
              <a:t>4/19/26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6D03179-C513-FB4B-BCD3-2D203EDC4A78}"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94560" y="1318262"/>
            <a:ext cx="39502080" cy="5486400"/>
          </a:xfrm>
          <a:prstGeom prst="rect">
            <a:avLst/>
          </a:prstGeom>
        </p:spPr>
        <p:txBody>
          <a:bodyPr vert="horz" lIns="470258" tIns="235129" rIns="470258" bIns="235129" rtlCol="0" anchor="ctr">
            <a:normAutofit/>
          </a:bodyPr>
          <a:lstStyle/>
          <a:p>
            <a:r>
              <a:rPr lang="en-US"/>
              <a:t>Click to edit Master title style</a:t>
            </a:r>
          </a:p>
        </p:txBody>
      </p:sp>
      <p:sp>
        <p:nvSpPr>
          <p:cNvPr id="3" name="Text Placeholder 2"/>
          <p:cNvSpPr>
            <a:spLocks noGrp="1"/>
          </p:cNvSpPr>
          <p:nvPr>
            <p:ph type="body" idx="1"/>
          </p:nvPr>
        </p:nvSpPr>
        <p:spPr>
          <a:xfrm>
            <a:off x="2194560" y="7680963"/>
            <a:ext cx="39502080" cy="21724622"/>
          </a:xfrm>
          <a:prstGeom prst="rect">
            <a:avLst/>
          </a:prstGeom>
        </p:spPr>
        <p:txBody>
          <a:bodyPr vert="horz" lIns="470258" tIns="235129" rIns="470258" bIns="23512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94560" y="30510482"/>
            <a:ext cx="10241280" cy="1752600"/>
          </a:xfrm>
          <a:prstGeom prst="rect">
            <a:avLst/>
          </a:prstGeom>
        </p:spPr>
        <p:txBody>
          <a:bodyPr vert="horz" lIns="470258" tIns="235129" rIns="470258" bIns="235129" rtlCol="0" anchor="ctr"/>
          <a:lstStyle>
            <a:lvl1pPr algn="l">
              <a:defRPr sz="6200">
                <a:solidFill>
                  <a:schemeClr val="tx1">
                    <a:tint val="75000"/>
                  </a:schemeClr>
                </a:solidFill>
              </a:defRPr>
            </a:lvl1pPr>
          </a:lstStyle>
          <a:p>
            <a:fld id="{BC9CA871-B306-BF45-8C90-87D9877B8FBE}" type="datetimeFigureOut">
              <a:rPr lang="en-US" smtClean="0"/>
              <a:pPr/>
              <a:t>4/19/26</a:t>
            </a:fld>
            <a:endParaRPr lang="en-US"/>
          </a:p>
        </p:txBody>
      </p:sp>
      <p:sp>
        <p:nvSpPr>
          <p:cNvPr id="5" name="Footer Placeholder 4"/>
          <p:cNvSpPr>
            <a:spLocks noGrp="1"/>
          </p:cNvSpPr>
          <p:nvPr>
            <p:ph type="ftr" sz="quarter" idx="3"/>
          </p:nvPr>
        </p:nvSpPr>
        <p:spPr>
          <a:xfrm>
            <a:off x="14996160" y="30510482"/>
            <a:ext cx="13898880" cy="1752600"/>
          </a:xfrm>
          <a:prstGeom prst="rect">
            <a:avLst/>
          </a:prstGeom>
        </p:spPr>
        <p:txBody>
          <a:bodyPr vert="horz" lIns="470258" tIns="235129" rIns="470258" bIns="235129" rtlCol="0" anchor="ctr"/>
          <a:lstStyle>
            <a:lvl1pPr algn="ctr">
              <a:defRPr sz="6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1455360" y="30510482"/>
            <a:ext cx="10241280" cy="1752600"/>
          </a:xfrm>
          <a:prstGeom prst="rect">
            <a:avLst/>
          </a:prstGeom>
        </p:spPr>
        <p:txBody>
          <a:bodyPr vert="horz" lIns="470258" tIns="235129" rIns="470258" bIns="235129" rtlCol="0" anchor="ctr"/>
          <a:lstStyle>
            <a:lvl1pPr algn="r">
              <a:defRPr sz="6200">
                <a:solidFill>
                  <a:schemeClr val="tx1">
                    <a:tint val="75000"/>
                  </a:schemeClr>
                </a:solidFill>
              </a:defRPr>
            </a:lvl1pPr>
          </a:lstStyle>
          <a:p>
            <a:fld id="{16D03179-C513-FB4B-BCD3-2D203EDC4A7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defTabSz="2351288" rtl="0" eaLnBrk="1" latinLnBrk="0" hangingPunct="1">
        <a:spcBef>
          <a:spcPct val="0"/>
        </a:spcBef>
        <a:buNone/>
        <a:defRPr sz="22600" kern="1200">
          <a:solidFill>
            <a:schemeClr val="tx1"/>
          </a:solidFill>
          <a:latin typeface="+mj-lt"/>
          <a:ea typeface="+mj-ea"/>
          <a:cs typeface="+mj-cs"/>
        </a:defRPr>
      </a:lvl1pPr>
    </p:titleStyle>
    <p:bodyStyle>
      <a:lvl1pPr marL="1763466" indent="-1763466" algn="l" defTabSz="2351288" rtl="0" eaLnBrk="1" latinLnBrk="0" hangingPunct="1">
        <a:spcBef>
          <a:spcPct val="20000"/>
        </a:spcBef>
        <a:buFont typeface="Arial"/>
        <a:buChar char="•"/>
        <a:defRPr sz="16500" kern="1200">
          <a:solidFill>
            <a:schemeClr val="tx1"/>
          </a:solidFill>
          <a:latin typeface="+mn-lt"/>
          <a:ea typeface="+mn-ea"/>
          <a:cs typeface="+mn-cs"/>
        </a:defRPr>
      </a:lvl1pPr>
      <a:lvl2pPr marL="3820843" indent="-1469555" algn="l" defTabSz="2351288" rtl="0" eaLnBrk="1" latinLnBrk="0" hangingPunct="1">
        <a:spcBef>
          <a:spcPct val="20000"/>
        </a:spcBef>
        <a:buFont typeface="Arial"/>
        <a:buChar char="–"/>
        <a:defRPr sz="14400" kern="1200">
          <a:solidFill>
            <a:schemeClr val="tx1"/>
          </a:solidFill>
          <a:latin typeface="+mn-lt"/>
          <a:ea typeface="+mn-ea"/>
          <a:cs typeface="+mn-cs"/>
        </a:defRPr>
      </a:lvl2pPr>
      <a:lvl3pPr marL="5878220" indent="-1175644" algn="l" defTabSz="2351288" rtl="0" eaLnBrk="1" latinLnBrk="0" hangingPunct="1">
        <a:spcBef>
          <a:spcPct val="20000"/>
        </a:spcBef>
        <a:buFont typeface="Arial"/>
        <a:buChar char="•"/>
        <a:defRPr sz="12300" kern="1200">
          <a:solidFill>
            <a:schemeClr val="tx1"/>
          </a:solidFill>
          <a:latin typeface="+mn-lt"/>
          <a:ea typeface="+mn-ea"/>
          <a:cs typeface="+mn-cs"/>
        </a:defRPr>
      </a:lvl3pPr>
      <a:lvl4pPr marL="8229509" indent="-1175644" algn="l" defTabSz="2351288" rtl="0" eaLnBrk="1" latinLnBrk="0" hangingPunct="1">
        <a:spcBef>
          <a:spcPct val="20000"/>
        </a:spcBef>
        <a:buFont typeface="Arial"/>
        <a:buChar char="–"/>
        <a:defRPr sz="10300" kern="1200">
          <a:solidFill>
            <a:schemeClr val="tx1"/>
          </a:solidFill>
          <a:latin typeface="+mn-lt"/>
          <a:ea typeface="+mn-ea"/>
          <a:cs typeface="+mn-cs"/>
        </a:defRPr>
      </a:lvl4pPr>
      <a:lvl5pPr marL="10580797" indent="-1175644" algn="l" defTabSz="2351288" rtl="0" eaLnBrk="1" latinLnBrk="0" hangingPunct="1">
        <a:spcBef>
          <a:spcPct val="20000"/>
        </a:spcBef>
        <a:buFont typeface="Arial"/>
        <a:buChar char="»"/>
        <a:defRPr sz="10300" kern="1200">
          <a:solidFill>
            <a:schemeClr val="tx1"/>
          </a:solidFill>
          <a:latin typeface="+mn-lt"/>
          <a:ea typeface="+mn-ea"/>
          <a:cs typeface="+mn-cs"/>
        </a:defRPr>
      </a:lvl5pPr>
      <a:lvl6pPr marL="12932085" indent="-1175644" algn="l" defTabSz="2351288" rtl="0" eaLnBrk="1" latinLnBrk="0" hangingPunct="1">
        <a:spcBef>
          <a:spcPct val="20000"/>
        </a:spcBef>
        <a:buFont typeface="Arial"/>
        <a:buChar char="•"/>
        <a:defRPr sz="10300" kern="1200">
          <a:solidFill>
            <a:schemeClr val="tx1"/>
          </a:solidFill>
          <a:latin typeface="+mn-lt"/>
          <a:ea typeface="+mn-ea"/>
          <a:cs typeface="+mn-cs"/>
        </a:defRPr>
      </a:lvl6pPr>
      <a:lvl7pPr marL="15283373" indent="-1175644" algn="l" defTabSz="2351288" rtl="0" eaLnBrk="1" latinLnBrk="0" hangingPunct="1">
        <a:spcBef>
          <a:spcPct val="20000"/>
        </a:spcBef>
        <a:buFont typeface="Arial"/>
        <a:buChar char="•"/>
        <a:defRPr sz="10300" kern="1200">
          <a:solidFill>
            <a:schemeClr val="tx1"/>
          </a:solidFill>
          <a:latin typeface="+mn-lt"/>
          <a:ea typeface="+mn-ea"/>
          <a:cs typeface="+mn-cs"/>
        </a:defRPr>
      </a:lvl7pPr>
      <a:lvl8pPr marL="17634661" indent="-1175644" algn="l" defTabSz="2351288" rtl="0" eaLnBrk="1" latinLnBrk="0" hangingPunct="1">
        <a:spcBef>
          <a:spcPct val="20000"/>
        </a:spcBef>
        <a:buFont typeface="Arial"/>
        <a:buChar char="•"/>
        <a:defRPr sz="10300" kern="1200">
          <a:solidFill>
            <a:schemeClr val="tx1"/>
          </a:solidFill>
          <a:latin typeface="+mn-lt"/>
          <a:ea typeface="+mn-ea"/>
          <a:cs typeface="+mn-cs"/>
        </a:defRPr>
      </a:lvl8pPr>
      <a:lvl9pPr marL="19985949" indent="-1175644" algn="l" defTabSz="2351288" rtl="0" eaLnBrk="1" latinLnBrk="0" hangingPunct="1">
        <a:spcBef>
          <a:spcPct val="20000"/>
        </a:spcBef>
        <a:buFont typeface="Arial"/>
        <a:buChar char="•"/>
        <a:defRPr sz="10300" kern="1200">
          <a:solidFill>
            <a:schemeClr val="tx1"/>
          </a:solidFill>
          <a:latin typeface="+mn-lt"/>
          <a:ea typeface="+mn-ea"/>
          <a:cs typeface="+mn-cs"/>
        </a:defRPr>
      </a:lvl9pPr>
    </p:bodyStyle>
    <p:otherStyle>
      <a:defPPr>
        <a:defRPr lang="en-US"/>
      </a:defPPr>
      <a:lvl1pPr marL="0" algn="l" defTabSz="2351288" rtl="0" eaLnBrk="1" latinLnBrk="0" hangingPunct="1">
        <a:defRPr sz="9300" kern="1200">
          <a:solidFill>
            <a:schemeClr val="tx1"/>
          </a:solidFill>
          <a:latin typeface="+mn-lt"/>
          <a:ea typeface="+mn-ea"/>
          <a:cs typeface="+mn-cs"/>
        </a:defRPr>
      </a:lvl1pPr>
      <a:lvl2pPr marL="2351288" algn="l" defTabSz="2351288" rtl="0" eaLnBrk="1" latinLnBrk="0" hangingPunct="1">
        <a:defRPr sz="9300" kern="1200">
          <a:solidFill>
            <a:schemeClr val="tx1"/>
          </a:solidFill>
          <a:latin typeface="+mn-lt"/>
          <a:ea typeface="+mn-ea"/>
          <a:cs typeface="+mn-cs"/>
        </a:defRPr>
      </a:lvl2pPr>
      <a:lvl3pPr marL="4702576" algn="l" defTabSz="2351288" rtl="0" eaLnBrk="1" latinLnBrk="0" hangingPunct="1">
        <a:defRPr sz="9300" kern="1200">
          <a:solidFill>
            <a:schemeClr val="tx1"/>
          </a:solidFill>
          <a:latin typeface="+mn-lt"/>
          <a:ea typeface="+mn-ea"/>
          <a:cs typeface="+mn-cs"/>
        </a:defRPr>
      </a:lvl3pPr>
      <a:lvl4pPr marL="7053864" algn="l" defTabSz="2351288" rtl="0" eaLnBrk="1" latinLnBrk="0" hangingPunct="1">
        <a:defRPr sz="9300" kern="1200">
          <a:solidFill>
            <a:schemeClr val="tx1"/>
          </a:solidFill>
          <a:latin typeface="+mn-lt"/>
          <a:ea typeface="+mn-ea"/>
          <a:cs typeface="+mn-cs"/>
        </a:defRPr>
      </a:lvl4pPr>
      <a:lvl5pPr marL="9405153" algn="l" defTabSz="2351288" rtl="0" eaLnBrk="1" latinLnBrk="0" hangingPunct="1">
        <a:defRPr sz="9300" kern="1200">
          <a:solidFill>
            <a:schemeClr val="tx1"/>
          </a:solidFill>
          <a:latin typeface="+mn-lt"/>
          <a:ea typeface="+mn-ea"/>
          <a:cs typeface="+mn-cs"/>
        </a:defRPr>
      </a:lvl5pPr>
      <a:lvl6pPr marL="11756441" algn="l" defTabSz="2351288" rtl="0" eaLnBrk="1" latinLnBrk="0" hangingPunct="1">
        <a:defRPr sz="9300" kern="1200">
          <a:solidFill>
            <a:schemeClr val="tx1"/>
          </a:solidFill>
          <a:latin typeface="+mn-lt"/>
          <a:ea typeface="+mn-ea"/>
          <a:cs typeface="+mn-cs"/>
        </a:defRPr>
      </a:lvl6pPr>
      <a:lvl7pPr marL="14107729" algn="l" defTabSz="2351288" rtl="0" eaLnBrk="1" latinLnBrk="0" hangingPunct="1">
        <a:defRPr sz="9300" kern="1200">
          <a:solidFill>
            <a:schemeClr val="tx1"/>
          </a:solidFill>
          <a:latin typeface="+mn-lt"/>
          <a:ea typeface="+mn-ea"/>
          <a:cs typeface="+mn-cs"/>
        </a:defRPr>
      </a:lvl7pPr>
      <a:lvl8pPr marL="16459017" algn="l" defTabSz="2351288" rtl="0" eaLnBrk="1" latinLnBrk="0" hangingPunct="1">
        <a:defRPr sz="9300" kern="1200">
          <a:solidFill>
            <a:schemeClr val="tx1"/>
          </a:solidFill>
          <a:latin typeface="+mn-lt"/>
          <a:ea typeface="+mn-ea"/>
          <a:cs typeface="+mn-cs"/>
        </a:defRPr>
      </a:lvl8pPr>
      <a:lvl9pPr marL="18810305" algn="l" defTabSz="2351288" rtl="0" eaLnBrk="1" latinLnBrk="0" hangingPunct="1">
        <a:defRPr sz="93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useBgFill="1">
        <p:nvSpPr>
          <p:cNvPr id="7" name="Text Box 14872"/>
          <p:cNvSpPr txBox="1">
            <a:spLocks noChangeArrowheads="1"/>
          </p:cNvSpPr>
          <p:nvPr/>
        </p:nvSpPr>
        <p:spPr bwMode="auto">
          <a:xfrm>
            <a:off x="914400" y="17551400"/>
            <a:ext cx="15240000" cy="15068720"/>
          </a:xfrm>
          <a:prstGeom prst="rect">
            <a:avLst/>
          </a:prstGeom>
          <a:ln w="76200">
            <a:noFill/>
            <a:miter lim="800000"/>
            <a:headEnd/>
            <a:tailEnd/>
          </a:ln>
          <a:effectLst/>
        </p:spPr>
        <p:txBody>
          <a:bodyPr lIns="109708" tIns="54854" rIns="109708" bIns="54854">
            <a:spAutoFit/>
          </a:bodyPr>
          <a:lstStyle>
            <a:lvl1pPr defTabSz="1095375" eaLnBrk="0" hangingPunct="0">
              <a:defRPr sz="1400">
                <a:solidFill>
                  <a:schemeClr val="tx1"/>
                </a:solidFill>
                <a:latin typeface="Times New Roman" pitchFamily="18" charset="0"/>
              </a:defRPr>
            </a:lvl1pPr>
            <a:lvl2pPr marL="742950" indent="-285750" defTabSz="1095375" eaLnBrk="0" hangingPunct="0">
              <a:defRPr sz="1400">
                <a:solidFill>
                  <a:schemeClr val="tx1"/>
                </a:solidFill>
                <a:latin typeface="Times New Roman" pitchFamily="18" charset="0"/>
              </a:defRPr>
            </a:lvl2pPr>
            <a:lvl3pPr marL="1143000" indent="-228600" defTabSz="1095375" eaLnBrk="0" hangingPunct="0">
              <a:defRPr sz="1400">
                <a:solidFill>
                  <a:schemeClr val="tx1"/>
                </a:solidFill>
                <a:latin typeface="Times New Roman" pitchFamily="18" charset="0"/>
              </a:defRPr>
            </a:lvl3pPr>
            <a:lvl4pPr marL="1600200" indent="-228600" defTabSz="1095375" eaLnBrk="0" hangingPunct="0">
              <a:defRPr sz="1400">
                <a:solidFill>
                  <a:schemeClr val="tx1"/>
                </a:solidFill>
                <a:latin typeface="Times New Roman" pitchFamily="18" charset="0"/>
              </a:defRPr>
            </a:lvl4pPr>
            <a:lvl5pPr marL="2057400" indent="-228600" defTabSz="1095375" eaLnBrk="0" hangingPunct="0">
              <a:defRPr sz="1400">
                <a:solidFill>
                  <a:schemeClr val="tx1"/>
                </a:solidFill>
                <a:latin typeface="Times New Roman" pitchFamily="18" charset="0"/>
              </a:defRPr>
            </a:lvl5pPr>
            <a:lvl6pPr marL="2514600" indent="-228600" defTabSz="1095375" eaLnBrk="0" fontAlgn="base" hangingPunct="0">
              <a:spcBef>
                <a:spcPct val="0"/>
              </a:spcBef>
              <a:spcAft>
                <a:spcPct val="0"/>
              </a:spcAft>
              <a:defRPr sz="1400">
                <a:solidFill>
                  <a:schemeClr val="tx1"/>
                </a:solidFill>
                <a:latin typeface="Times New Roman" pitchFamily="18" charset="0"/>
              </a:defRPr>
            </a:lvl6pPr>
            <a:lvl7pPr marL="2971800" indent="-228600" defTabSz="1095375" eaLnBrk="0" fontAlgn="base" hangingPunct="0">
              <a:spcBef>
                <a:spcPct val="0"/>
              </a:spcBef>
              <a:spcAft>
                <a:spcPct val="0"/>
              </a:spcAft>
              <a:defRPr sz="1400">
                <a:solidFill>
                  <a:schemeClr val="tx1"/>
                </a:solidFill>
                <a:latin typeface="Times New Roman" pitchFamily="18" charset="0"/>
              </a:defRPr>
            </a:lvl7pPr>
            <a:lvl8pPr marL="3429000" indent="-228600" defTabSz="1095375" eaLnBrk="0" fontAlgn="base" hangingPunct="0">
              <a:spcBef>
                <a:spcPct val="0"/>
              </a:spcBef>
              <a:spcAft>
                <a:spcPct val="0"/>
              </a:spcAft>
              <a:defRPr sz="1400">
                <a:solidFill>
                  <a:schemeClr val="tx1"/>
                </a:solidFill>
                <a:latin typeface="Times New Roman" pitchFamily="18" charset="0"/>
              </a:defRPr>
            </a:lvl8pPr>
            <a:lvl9pPr marL="3886200" indent="-228600" defTabSz="1095375" eaLnBrk="0" fontAlgn="base" hangingPunct="0">
              <a:spcBef>
                <a:spcPct val="0"/>
              </a:spcBef>
              <a:spcAft>
                <a:spcPct val="0"/>
              </a:spcAft>
              <a:defRPr sz="1400">
                <a:solidFill>
                  <a:schemeClr val="tx1"/>
                </a:solidFill>
                <a:latin typeface="Times New Roman" pitchFamily="18" charset="0"/>
              </a:defRPr>
            </a:lvl9pPr>
          </a:lstStyle>
          <a:p>
            <a:pPr eaLnBrk="1" hangingPunct="1"/>
            <a:r>
              <a:rPr lang="en-US" altLang="zh-TW" sz="3600" b="0" dirty="0">
                <a:latin typeface="Palatino Linotype" panose="02040502050505030304" pitchFamily="18" charset="0"/>
                <a:ea typeface="PMingLiU" pitchFamily="18" charset="-120"/>
              </a:rPr>
              <a:t>Combined MTA major incident data from 2015–2024 and aggregated to monthly totals.</a:t>
            </a:r>
          </a:p>
          <a:p>
            <a:pPr eaLnBrk="1" hangingPunct="1"/>
            <a:r>
              <a:rPr lang="en-US" altLang="zh-TW" sz="3600" b="0" dirty="0">
                <a:latin typeface="Palatino Linotype" panose="02040502050505030304" pitchFamily="18" charset="0"/>
                <a:ea typeface="PMingLiU" pitchFamily="18" charset="-120"/>
              </a:rPr>
              <a:t>Pulled NOAA NYC daily weather and engineered monthly features (snowfall, precipitation, temperature, hot days, heavy precipitation days).</a:t>
            </a:r>
          </a:p>
          <a:p>
            <a:pPr eaLnBrk="1" hangingPunct="1"/>
            <a:r>
              <a:rPr lang="en-US" altLang="zh-TW" sz="3600" b="0" dirty="0">
                <a:latin typeface="Palatino Linotype" panose="02040502050505030304" pitchFamily="18" charset="0"/>
                <a:ea typeface="PMingLiU" pitchFamily="18" charset="-120"/>
              </a:rPr>
              <a:t>Aggregated MTA subway ridership (2020 onward) to monthly totals and merged with the incident and weather data.</a:t>
            </a:r>
          </a:p>
          <a:p>
            <a:pPr eaLnBrk="1" hangingPunct="1"/>
            <a:r>
              <a:rPr lang="en-US" altLang="zh-TW" sz="3600" b="0" dirty="0">
                <a:latin typeface="Palatino Linotype" panose="02040502050505030304" pitchFamily="18" charset="0"/>
                <a:ea typeface="PMingLiU" pitchFamily="18" charset="-120"/>
              </a:rPr>
              <a:t>Built and compared regression models: weather-only, snow-only, log-transformed snow, and snow + ridership.</a:t>
            </a:r>
          </a:p>
          <a:p>
            <a:pPr eaLnBrk="1" hangingPunct="1"/>
            <a:r>
              <a:rPr lang="en-US" altLang="zh-TW" sz="3600" b="0" dirty="0">
                <a:latin typeface="Palatino Linotype" panose="02040502050505030304" pitchFamily="18" charset="0"/>
                <a:ea typeface="PMingLiU" pitchFamily="18" charset="-120"/>
              </a:rPr>
              <a:t>Compared linear, log-response, and log-log specifications using AIC and residual diagnostics to identify the best fit.</a:t>
            </a: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p:txBody>
      </p:sp>
      <p:sp>
        <p:nvSpPr>
          <p:cNvPr id="8" name="AutoShape 15646"/>
          <p:cNvSpPr>
            <a:spLocks noChangeArrowheads="1"/>
          </p:cNvSpPr>
          <p:nvPr/>
        </p:nvSpPr>
        <p:spPr bwMode="auto">
          <a:xfrm>
            <a:off x="762000" y="4800600"/>
            <a:ext cx="15544800" cy="990600"/>
          </a:xfrm>
          <a:prstGeom prst="plaque">
            <a:avLst>
              <a:gd name="adj" fmla="val 16667"/>
            </a:avLst>
          </a:prstGeom>
          <a:solidFill>
            <a:srgbClr val="FFCC00"/>
          </a:solidFill>
          <a:ln w="12700">
            <a:solidFill>
              <a:schemeClr val="tx1"/>
            </a:solidFill>
            <a:miter lim="800000"/>
            <a:headEnd/>
            <a:tailEnd/>
          </a:ln>
        </p:spPr>
        <p:txBody>
          <a:bodyPr wrap="none" lIns="109708" tIns="54854" rIns="109708" bIns="54854" anchor="ctr"/>
          <a:lstStyle/>
          <a:p>
            <a:pPr marL="547688" lvl="1" algn="ctr" defTabSz="1095375"/>
            <a:r>
              <a:rPr lang="en-US" sz="4400" b="1" dirty="0">
                <a:latin typeface="Palatino Linotype" panose="02040502050505030304" pitchFamily="18" charset="0"/>
                <a:cs typeface="Times New Roman" pitchFamily="18" charset="0"/>
              </a:rPr>
              <a:t>INTRODUCTION</a:t>
            </a:r>
            <a:endParaRPr lang="en-US" sz="4400" dirty="0">
              <a:latin typeface="Palatino Linotype" panose="02040502050505030304" pitchFamily="18" charset="0"/>
              <a:cs typeface="Times New Roman" pitchFamily="18" charset="0"/>
            </a:endParaRPr>
          </a:p>
        </p:txBody>
      </p:sp>
      <p:sp>
        <p:nvSpPr>
          <p:cNvPr id="10" name="AutoShape 15648"/>
          <p:cNvSpPr>
            <a:spLocks noChangeArrowheads="1"/>
          </p:cNvSpPr>
          <p:nvPr/>
        </p:nvSpPr>
        <p:spPr bwMode="auto">
          <a:xfrm>
            <a:off x="16992600" y="4800600"/>
            <a:ext cx="26349960" cy="990600"/>
          </a:xfrm>
          <a:prstGeom prst="plaque">
            <a:avLst>
              <a:gd name="adj" fmla="val 16667"/>
            </a:avLst>
          </a:prstGeom>
          <a:solidFill>
            <a:srgbClr val="FFCC00"/>
          </a:solidFill>
          <a:ln w="12700">
            <a:solidFill>
              <a:schemeClr val="tx1"/>
            </a:solidFill>
            <a:miter lim="800000"/>
            <a:headEnd/>
            <a:tailEnd/>
          </a:ln>
        </p:spPr>
        <p:txBody>
          <a:bodyPr wrap="none" lIns="109708" tIns="54854" rIns="109708" bIns="54854" anchor="ctr"/>
          <a:lstStyle/>
          <a:p>
            <a:pPr marL="547688" lvl="1" algn="ctr" defTabSz="1095375"/>
            <a:r>
              <a:rPr lang="en-US" sz="4400" b="1" dirty="0">
                <a:latin typeface="Palatino Linotype" panose="02040502050505030304" pitchFamily="18" charset="0"/>
                <a:cs typeface="Times New Roman" pitchFamily="18" charset="0"/>
              </a:rPr>
              <a:t>RESULTS</a:t>
            </a:r>
            <a:endParaRPr lang="en-US" sz="4400" dirty="0">
              <a:latin typeface="Palatino Linotype" panose="02040502050505030304" pitchFamily="18" charset="0"/>
              <a:cs typeface="Times New Roman" pitchFamily="18" charset="0"/>
            </a:endParaRPr>
          </a:p>
        </p:txBody>
      </p:sp>
      <p:sp useBgFill="1">
        <p:nvSpPr>
          <p:cNvPr id="14" name="Text Box 18909"/>
          <p:cNvSpPr txBox="1">
            <a:spLocks noChangeArrowheads="1"/>
          </p:cNvSpPr>
          <p:nvPr/>
        </p:nvSpPr>
        <p:spPr bwMode="auto">
          <a:xfrm>
            <a:off x="914400" y="6102350"/>
            <a:ext cx="15392400" cy="3988764"/>
          </a:xfrm>
          <a:prstGeom prst="rect">
            <a:avLst/>
          </a:prstGeom>
          <a:ln>
            <a:noFill/>
          </a:ln>
        </p:spPr>
        <p:txBody>
          <a:bodyPr wrap="square" lIns="109708" tIns="54854" rIns="109708" bIns="54854">
            <a:spAutoFit/>
          </a:bodyPr>
          <a:lstStyle>
            <a:lvl1pPr defTabSz="1095375" eaLnBrk="0" hangingPunct="0">
              <a:defRPr sz="1400">
                <a:solidFill>
                  <a:schemeClr val="tx1"/>
                </a:solidFill>
                <a:latin typeface="Times New Roman" pitchFamily="18" charset="0"/>
              </a:defRPr>
            </a:lvl1pPr>
            <a:lvl2pPr marL="742950" indent="-285750" defTabSz="1095375" eaLnBrk="0" hangingPunct="0">
              <a:defRPr sz="1400">
                <a:solidFill>
                  <a:schemeClr val="tx1"/>
                </a:solidFill>
                <a:latin typeface="Times New Roman" pitchFamily="18" charset="0"/>
              </a:defRPr>
            </a:lvl2pPr>
            <a:lvl3pPr marL="1143000" indent="-228600" defTabSz="1095375" eaLnBrk="0" hangingPunct="0">
              <a:defRPr sz="1400">
                <a:solidFill>
                  <a:schemeClr val="tx1"/>
                </a:solidFill>
                <a:latin typeface="Times New Roman" pitchFamily="18" charset="0"/>
              </a:defRPr>
            </a:lvl3pPr>
            <a:lvl4pPr marL="1600200" indent="-228600" defTabSz="1095375" eaLnBrk="0" hangingPunct="0">
              <a:defRPr sz="1400">
                <a:solidFill>
                  <a:schemeClr val="tx1"/>
                </a:solidFill>
                <a:latin typeface="Times New Roman" pitchFamily="18" charset="0"/>
              </a:defRPr>
            </a:lvl4pPr>
            <a:lvl5pPr marL="2057400" indent="-228600" defTabSz="1095375" eaLnBrk="0" hangingPunct="0">
              <a:defRPr sz="1400">
                <a:solidFill>
                  <a:schemeClr val="tx1"/>
                </a:solidFill>
                <a:latin typeface="Times New Roman" pitchFamily="18" charset="0"/>
              </a:defRPr>
            </a:lvl5pPr>
            <a:lvl6pPr marL="2514600" indent="-228600" defTabSz="1095375" eaLnBrk="0" fontAlgn="base" hangingPunct="0">
              <a:spcBef>
                <a:spcPct val="0"/>
              </a:spcBef>
              <a:spcAft>
                <a:spcPct val="0"/>
              </a:spcAft>
              <a:defRPr sz="1400">
                <a:solidFill>
                  <a:schemeClr val="tx1"/>
                </a:solidFill>
                <a:latin typeface="Times New Roman" pitchFamily="18" charset="0"/>
              </a:defRPr>
            </a:lvl6pPr>
            <a:lvl7pPr marL="2971800" indent="-228600" defTabSz="1095375" eaLnBrk="0" fontAlgn="base" hangingPunct="0">
              <a:spcBef>
                <a:spcPct val="0"/>
              </a:spcBef>
              <a:spcAft>
                <a:spcPct val="0"/>
              </a:spcAft>
              <a:defRPr sz="1400">
                <a:solidFill>
                  <a:schemeClr val="tx1"/>
                </a:solidFill>
                <a:latin typeface="Times New Roman" pitchFamily="18" charset="0"/>
              </a:defRPr>
            </a:lvl7pPr>
            <a:lvl8pPr marL="3429000" indent="-228600" defTabSz="1095375" eaLnBrk="0" fontAlgn="base" hangingPunct="0">
              <a:spcBef>
                <a:spcPct val="0"/>
              </a:spcBef>
              <a:spcAft>
                <a:spcPct val="0"/>
              </a:spcAft>
              <a:defRPr sz="1400">
                <a:solidFill>
                  <a:schemeClr val="tx1"/>
                </a:solidFill>
                <a:latin typeface="Times New Roman" pitchFamily="18" charset="0"/>
              </a:defRPr>
            </a:lvl8pPr>
            <a:lvl9pPr marL="3886200" indent="-228600" defTabSz="1095375" eaLnBrk="0" fontAlgn="base" hangingPunct="0">
              <a:spcBef>
                <a:spcPct val="0"/>
              </a:spcBef>
              <a:spcAft>
                <a:spcPct val="0"/>
              </a:spcAft>
              <a:defRPr sz="1400">
                <a:solidFill>
                  <a:schemeClr val="tx1"/>
                </a:solidFill>
                <a:latin typeface="Times New Roman" pitchFamily="18" charset="0"/>
              </a:defRPr>
            </a:lvl9pPr>
          </a:lstStyle>
          <a:p>
            <a:pPr eaLnBrk="1" hangingPunct="1"/>
            <a:r>
              <a:rPr lang="en-US" altLang="zh-TW" sz="3600" b="1" dirty="0">
                <a:latin typeface="Palatino Linotype" panose="02040502050505030304" pitchFamily="18" charset="0"/>
                <a:ea typeface="PMingLiU" pitchFamily="18" charset="-120"/>
              </a:rPr>
              <a:t>Major incidents in the New York City subway system are defined as delays affecting 50 or more trains. This project investigates whether weather conditions explain variation in monthly incident counts, evaluates how much predictive power improves after incorporating subway ridership, and tests whether logarithmic transformations better capture the relationship between incidents, weather, and system usage.</a:t>
            </a: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p:txBody>
      </p:sp>
      <p:sp>
        <p:nvSpPr>
          <p:cNvPr id="17" name="AutoShape 19168"/>
          <p:cNvSpPr>
            <a:spLocks noChangeArrowheads="1"/>
          </p:cNvSpPr>
          <p:nvPr/>
        </p:nvSpPr>
        <p:spPr bwMode="auto">
          <a:xfrm>
            <a:off x="762000" y="16230600"/>
            <a:ext cx="15544800" cy="990600"/>
          </a:xfrm>
          <a:prstGeom prst="plaque">
            <a:avLst>
              <a:gd name="adj" fmla="val 16667"/>
            </a:avLst>
          </a:prstGeom>
          <a:solidFill>
            <a:srgbClr val="FFCC00"/>
          </a:solidFill>
          <a:ln w="12700">
            <a:solidFill>
              <a:schemeClr val="tx1"/>
            </a:solidFill>
            <a:miter lim="800000"/>
            <a:headEnd/>
            <a:tailEnd/>
          </a:ln>
        </p:spPr>
        <p:txBody>
          <a:bodyPr wrap="none" lIns="109708" tIns="54854" rIns="109708" bIns="54854" anchor="ctr"/>
          <a:lstStyle/>
          <a:p>
            <a:pPr marL="547688" lvl="1" algn="ctr" defTabSz="1095375"/>
            <a:r>
              <a:rPr lang="en-US" sz="4400" b="1" dirty="0">
                <a:latin typeface="Palatino Linotype" panose="02040502050505030304" pitchFamily="18" charset="0"/>
                <a:cs typeface="Times New Roman" pitchFamily="18" charset="0"/>
              </a:rPr>
              <a:t>METHODS</a:t>
            </a:r>
            <a:endParaRPr lang="en-US" sz="4400" dirty="0">
              <a:latin typeface="Palatino Linotype" panose="02040502050505030304" pitchFamily="18" charset="0"/>
              <a:cs typeface="Times New Roman" pitchFamily="18" charset="0"/>
            </a:endParaRPr>
          </a:p>
        </p:txBody>
      </p:sp>
      <p:sp useBgFill="1">
        <p:nvSpPr>
          <p:cNvPr id="23" name="Text Box 18909"/>
          <p:cNvSpPr txBox="1">
            <a:spLocks noChangeArrowheads="1"/>
          </p:cNvSpPr>
          <p:nvPr/>
        </p:nvSpPr>
        <p:spPr bwMode="auto">
          <a:xfrm>
            <a:off x="16992600" y="20816796"/>
            <a:ext cx="26273760" cy="4542762"/>
          </a:xfrm>
          <a:prstGeom prst="rect">
            <a:avLst/>
          </a:prstGeom>
          <a:ln>
            <a:noFill/>
          </a:ln>
          <a:extLst>
            <a:ext uri="{91240B29-F687-4F45-9708-019B960494DF}">
              <a14:hiddenLine xmlns:a14="http://schemas.microsoft.com/office/drawing/2010/main" w="76200">
                <a:solidFill>
                  <a:srgbClr val="000000"/>
                </a:solidFill>
                <a:miter lim="800000"/>
                <a:headEnd/>
                <a:tailEnd/>
              </a14:hiddenLine>
            </a:ext>
          </a:extLst>
        </p:spPr>
        <p:txBody>
          <a:bodyPr wrap="square" lIns="109708" tIns="54854" rIns="109708" bIns="54854">
            <a:spAutoFit/>
          </a:bodyPr>
          <a:lstStyle>
            <a:lvl1pPr defTabSz="1095375" eaLnBrk="0" hangingPunct="0">
              <a:defRPr sz="1400">
                <a:solidFill>
                  <a:schemeClr val="tx1"/>
                </a:solidFill>
                <a:latin typeface="Times New Roman" pitchFamily="18" charset="0"/>
              </a:defRPr>
            </a:lvl1pPr>
            <a:lvl2pPr marL="742950" indent="-285750" defTabSz="1095375" eaLnBrk="0" hangingPunct="0">
              <a:defRPr sz="1400">
                <a:solidFill>
                  <a:schemeClr val="tx1"/>
                </a:solidFill>
                <a:latin typeface="Times New Roman" pitchFamily="18" charset="0"/>
              </a:defRPr>
            </a:lvl2pPr>
            <a:lvl3pPr marL="1143000" indent="-228600" defTabSz="1095375" eaLnBrk="0" hangingPunct="0">
              <a:defRPr sz="1400">
                <a:solidFill>
                  <a:schemeClr val="tx1"/>
                </a:solidFill>
                <a:latin typeface="Times New Roman" pitchFamily="18" charset="0"/>
              </a:defRPr>
            </a:lvl3pPr>
            <a:lvl4pPr marL="1600200" indent="-228600" defTabSz="1095375" eaLnBrk="0" hangingPunct="0">
              <a:defRPr sz="1400">
                <a:solidFill>
                  <a:schemeClr val="tx1"/>
                </a:solidFill>
                <a:latin typeface="Times New Roman" pitchFamily="18" charset="0"/>
              </a:defRPr>
            </a:lvl4pPr>
            <a:lvl5pPr marL="2057400" indent="-228600" defTabSz="1095375" eaLnBrk="0" hangingPunct="0">
              <a:defRPr sz="1400">
                <a:solidFill>
                  <a:schemeClr val="tx1"/>
                </a:solidFill>
                <a:latin typeface="Times New Roman" pitchFamily="18" charset="0"/>
              </a:defRPr>
            </a:lvl5pPr>
            <a:lvl6pPr marL="2514600" indent="-228600" defTabSz="1095375" eaLnBrk="0" fontAlgn="base" hangingPunct="0">
              <a:spcBef>
                <a:spcPct val="0"/>
              </a:spcBef>
              <a:spcAft>
                <a:spcPct val="0"/>
              </a:spcAft>
              <a:defRPr sz="1400">
                <a:solidFill>
                  <a:schemeClr val="tx1"/>
                </a:solidFill>
                <a:latin typeface="Times New Roman" pitchFamily="18" charset="0"/>
              </a:defRPr>
            </a:lvl6pPr>
            <a:lvl7pPr marL="2971800" indent="-228600" defTabSz="1095375" eaLnBrk="0" fontAlgn="base" hangingPunct="0">
              <a:spcBef>
                <a:spcPct val="0"/>
              </a:spcBef>
              <a:spcAft>
                <a:spcPct val="0"/>
              </a:spcAft>
              <a:defRPr sz="1400">
                <a:solidFill>
                  <a:schemeClr val="tx1"/>
                </a:solidFill>
                <a:latin typeface="Times New Roman" pitchFamily="18" charset="0"/>
              </a:defRPr>
            </a:lvl7pPr>
            <a:lvl8pPr marL="3429000" indent="-228600" defTabSz="1095375" eaLnBrk="0" fontAlgn="base" hangingPunct="0">
              <a:spcBef>
                <a:spcPct val="0"/>
              </a:spcBef>
              <a:spcAft>
                <a:spcPct val="0"/>
              </a:spcAft>
              <a:defRPr sz="1400">
                <a:solidFill>
                  <a:schemeClr val="tx1"/>
                </a:solidFill>
                <a:latin typeface="Times New Roman" pitchFamily="18" charset="0"/>
              </a:defRPr>
            </a:lvl8pPr>
            <a:lvl9pPr marL="3886200" indent="-228600" defTabSz="1095375" eaLnBrk="0" fontAlgn="base" hangingPunct="0">
              <a:spcBef>
                <a:spcPct val="0"/>
              </a:spcBef>
              <a:spcAft>
                <a:spcPct val="0"/>
              </a:spcAft>
              <a:defRPr sz="1400">
                <a:solidFill>
                  <a:schemeClr val="tx1"/>
                </a:solidFill>
                <a:latin typeface="Times New Roman" pitchFamily="18" charset="0"/>
              </a:defRPr>
            </a:lvl9pPr>
          </a:lstStyle>
          <a:p>
            <a:pPr eaLnBrk="1" hangingPunct="1"/>
            <a:r>
              <a:rPr lang="en-US" sz="3600" b="0" dirty="0">
                <a:latin typeface="Palatino Linotype" panose="02040502050505030304" pitchFamily="18" charset="0"/>
              </a:rPr>
              <a:t>Weather alone explains only a small portion of variation in major incidents, even though snowfall is statistically significant. Adding subway ridership substantially improves model performance, showing that operational exposure is a major driver of incident frequency. The log-log specification provides the best overall fit by AIC, suggesting that monthly MTA major incidents are best described by a multiplicative relationship in which both system usage and weather intensity play important roles.</a:t>
            </a: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p:txBody>
      </p:sp>
      <p:sp useBgFill="1">
        <p:nvSpPr>
          <p:cNvPr id="24" name="Text Box 18909"/>
          <p:cNvSpPr txBox="1">
            <a:spLocks noChangeArrowheads="1"/>
          </p:cNvSpPr>
          <p:nvPr/>
        </p:nvSpPr>
        <p:spPr bwMode="auto">
          <a:xfrm>
            <a:off x="17145000" y="6151562"/>
            <a:ext cx="26197560" cy="12852729"/>
          </a:xfrm>
          <a:prstGeom prst="rect">
            <a:avLst/>
          </a:prstGeom>
          <a:ln>
            <a:noFill/>
          </a:ln>
          <a:extLst>
            <a:ext uri="{91240B29-F687-4F45-9708-019B960494DF}">
              <a14:hiddenLine xmlns:a14="http://schemas.microsoft.com/office/drawing/2010/main" w="76200">
                <a:solidFill>
                  <a:srgbClr val="000000"/>
                </a:solidFill>
                <a:miter lim="800000"/>
                <a:headEnd/>
                <a:tailEnd/>
              </a14:hiddenLine>
            </a:ext>
          </a:extLst>
        </p:spPr>
        <p:txBody>
          <a:bodyPr wrap="square" lIns="109708" tIns="54854" rIns="109708" bIns="54854">
            <a:spAutoFit/>
          </a:bodyPr>
          <a:lstStyle>
            <a:lvl1pPr defTabSz="1095375" eaLnBrk="0" hangingPunct="0">
              <a:defRPr sz="1400">
                <a:solidFill>
                  <a:schemeClr val="tx1"/>
                </a:solidFill>
                <a:latin typeface="Times New Roman" pitchFamily="18" charset="0"/>
              </a:defRPr>
            </a:lvl1pPr>
            <a:lvl2pPr marL="742950" indent="-285750" defTabSz="1095375" eaLnBrk="0" hangingPunct="0">
              <a:defRPr sz="1400">
                <a:solidFill>
                  <a:schemeClr val="tx1"/>
                </a:solidFill>
                <a:latin typeface="Times New Roman" pitchFamily="18" charset="0"/>
              </a:defRPr>
            </a:lvl2pPr>
            <a:lvl3pPr marL="1143000" indent="-228600" defTabSz="1095375" eaLnBrk="0" hangingPunct="0">
              <a:defRPr sz="1400">
                <a:solidFill>
                  <a:schemeClr val="tx1"/>
                </a:solidFill>
                <a:latin typeface="Times New Roman" pitchFamily="18" charset="0"/>
              </a:defRPr>
            </a:lvl3pPr>
            <a:lvl4pPr marL="1600200" indent="-228600" defTabSz="1095375" eaLnBrk="0" hangingPunct="0">
              <a:defRPr sz="1400">
                <a:solidFill>
                  <a:schemeClr val="tx1"/>
                </a:solidFill>
                <a:latin typeface="Times New Roman" pitchFamily="18" charset="0"/>
              </a:defRPr>
            </a:lvl4pPr>
            <a:lvl5pPr marL="2057400" indent="-228600" defTabSz="1095375" eaLnBrk="0" hangingPunct="0">
              <a:defRPr sz="1400">
                <a:solidFill>
                  <a:schemeClr val="tx1"/>
                </a:solidFill>
                <a:latin typeface="Times New Roman" pitchFamily="18" charset="0"/>
              </a:defRPr>
            </a:lvl5pPr>
            <a:lvl6pPr marL="2514600" indent="-228600" defTabSz="1095375" eaLnBrk="0" fontAlgn="base" hangingPunct="0">
              <a:spcBef>
                <a:spcPct val="0"/>
              </a:spcBef>
              <a:spcAft>
                <a:spcPct val="0"/>
              </a:spcAft>
              <a:defRPr sz="1400">
                <a:solidFill>
                  <a:schemeClr val="tx1"/>
                </a:solidFill>
                <a:latin typeface="Times New Roman" pitchFamily="18" charset="0"/>
              </a:defRPr>
            </a:lvl6pPr>
            <a:lvl7pPr marL="2971800" indent="-228600" defTabSz="1095375" eaLnBrk="0" fontAlgn="base" hangingPunct="0">
              <a:spcBef>
                <a:spcPct val="0"/>
              </a:spcBef>
              <a:spcAft>
                <a:spcPct val="0"/>
              </a:spcAft>
              <a:defRPr sz="1400">
                <a:solidFill>
                  <a:schemeClr val="tx1"/>
                </a:solidFill>
                <a:latin typeface="Times New Roman" pitchFamily="18" charset="0"/>
              </a:defRPr>
            </a:lvl7pPr>
            <a:lvl8pPr marL="3429000" indent="-228600" defTabSz="1095375" eaLnBrk="0" fontAlgn="base" hangingPunct="0">
              <a:spcBef>
                <a:spcPct val="0"/>
              </a:spcBef>
              <a:spcAft>
                <a:spcPct val="0"/>
              </a:spcAft>
              <a:defRPr sz="1400">
                <a:solidFill>
                  <a:schemeClr val="tx1"/>
                </a:solidFill>
                <a:latin typeface="Times New Roman" pitchFamily="18" charset="0"/>
              </a:defRPr>
            </a:lvl8pPr>
            <a:lvl9pPr marL="3886200" indent="-228600" defTabSz="1095375" eaLnBrk="0" fontAlgn="base" hangingPunct="0">
              <a:spcBef>
                <a:spcPct val="0"/>
              </a:spcBef>
              <a:spcAft>
                <a:spcPct val="0"/>
              </a:spcAft>
              <a:defRPr sz="1400">
                <a:solidFill>
                  <a:schemeClr val="tx1"/>
                </a:solidFill>
                <a:latin typeface="Times New Roman" pitchFamily="18" charset="0"/>
              </a:defRPr>
            </a:lvl9pPr>
          </a:lstStyle>
          <a:p>
            <a:pPr eaLnBrk="1" hangingPunct="1"/>
            <a:r>
              <a:rPr lang="en-US" sz="3600" b="0" dirty="0">
                <a:latin typeface="Palatino Linotype" panose="02040502050505030304" pitchFamily="18" charset="0"/>
              </a:rPr>
              <a:t>Snowfall was the only consistently significant weather variable in the initial models, but weather-only specifications had very low explanatory power.</a:t>
            </a:r>
          </a:p>
          <a:p>
            <a:pPr eaLnBrk="1" hangingPunct="1"/>
            <a:r>
              <a:rPr lang="en-US" altLang="zh-TW" sz="3600" b="0" dirty="0">
                <a:latin typeface="Palatino Linotype" panose="02040502050505030304" pitchFamily="18" charset="0"/>
                <a:ea typeface="PMingLiU" pitchFamily="18" charset="-120"/>
              </a:rPr>
              <a:t>Adding subway ridership substantially improved fit. In the linear model with snow and ridership, both predictors were statistically significant.</a:t>
            </a:r>
          </a:p>
          <a:p>
            <a:pPr eaLnBrk="1" hangingPunct="1"/>
            <a:r>
              <a:rPr lang="en-US" altLang="zh-TW" sz="3600" b="0" dirty="0">
                <a:latin typeface="Palatino Linotype" panose="02040502050505030304" pitchFamily="18" charset="0"/>
                <a:ea typeface="PMingLiU" pitchFamily="18" charset="-120"/>
              </a:rPr>
              <a:t>Comparing the three specifications by AIC: linear = 392.13, log-response = 12.52, log-log = 5.40. The log-log model had the lowest AIC, indicating the best overall fit.</a:t>
            </a:r>
          </a:p>
          <a:p>
            <a:pPr eaLnBrk="1" hangingPunct="1"/>
            <a:r>
              <a:rPr lang="en-US" altLang="zh-TW" sz="3600" b="0" dirty="0">
                <a:latin typeface="Palatino Linotype" panose="02040502050505030304" pitchFamily="18" charset="0"/>
                <a:ea typeface="PMingLiU" pitchFamily="18" charset="-120"/>
              </a:rPr>
              <a:t>Both snowfall and ridership are positively associated with monthly major incidents, and the log-log relationship is more nearly linear than the untransformed one.</a:t>
            </a:r>
          </a:p>
          <a:p>
            <a:pPr eaLnBrk="1" hangingPunct="1"/>
            <a:r>
              <a:rPr lang="en-US" altLang="zh-TW" sz="3600" b="0" dirty="0">
                <a:latin typeface="Palatino Linotype" panose="02040502050505030304" pitchFamily="18" charset="0"/>
                <a:ea typeface="PMingLiU" pitchFamily="18" charset="-120"/>
              </a:rPr>
              <a:t>Diagnostics for the log-log model show improved residual behavior compared with the linear model, with no highly influential points and low VIF values.</a:t>
            </a: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a:p>
            <a:pPr eaLnBrk="1" hangingPunct="1"/>
            <a:endParaRPr lang="en-US" altLang="zh-TW" sz="3600" dirty="0">
              <a:latin typeface="Palatino Linotype" panose="02040502050505030304" pitchFamily="18" charset="0"/>
              <a:ea typeface="PMingLiU" pitchFamily="18" charset="-120"/>
            </a:endParaRPr>
          </a:p>
        </p:txBody>
      </p:sp>
      <p:sp>
        <p:nvSpPr>
          <p:cNvPr id="26" name="AutoShape 15648"/>
          <p:cNvSpPr>
            <a:spLocks noChangeArrowheads="1"/>
          </p:cNvSpPr>
          <p:nvPr/>
        </p:nvSpPr>
        <p:spPr bwMode="auto">
          <a:xfrm>
            <a:off x="16992600" y="19431000"/>
            <a:ext cx="26349960" cy="990600"/>
          </a:xfrm>
          <a:prstGeom prst="plaque">
            <a:avLst>
              <a:gd name="adj" fmla="val 16667"/>
            </a:avLst>
          </a:prstGeom>
          <a:solidFill>
            <a:srgbClr val="FFCC00"/>
          </a:solidFill>
          <a:ln w="12700">
            <a:solidFill>
              <a:schemeClr val="tx1"/>
            </a:solidFill>
            <a:miter lim="800000"/>
            <a:headEnd/>
            <a:tailEnd/>
          </a:ln>
        </p:spPr>
        <p:txBody>
          <a:bodyPr wrap="none" lIns="109708" tIns="54854" rIns="109708" bIns="54854" anchor="ctr"/>
          <a:lstStyle/>
          <a:p>
            <a:pPr marL="547688" lvl="1" algn="ctr" defTabSz="1095375"/>
            <a:r>
              <a:rPr lang="en-US" sz="4400" b="1" dirty="0">
                <a:latin typeface="Palatino Linotype" panose="02040502050505030304" pitchFamily="18" charset="0"/>
                <a:cs typeface="Times New Roman" pitchFamily="18" charset="0"/>
              </a:rPr>
              <a:t>CONCLUSIONS</a:t>
            </a:r>
            <a:endParaRPr lang="en-US" sz="4400" dirty="0">
              <a:latin typeface="Palatino Linotype" panose="02040502050505030304" pitchFamily="18" charset="0"/>
              <a:cs typeface="Times New Roman" pitchFamily="18" charset="0"/>
            </a:endParaRPr>
          </a:p>
        </p:txBody>
      </p:sp>
      <p:pic>
        <p:nvPicPr>
          <p:cNvPr id="18" name="Picture 26"/>
          <p:cNvPicPr>
            <a:picLocks noChangeAspect="1"/>
          </p:cNvPicPr>
          <p:nvPr/>
        </p:nvPicPr>
        <p:blipFill>
          <a:blip r:embed="rId2"/>
          <a:srcRect/>
          <a:stretch/>
        </p:blipFill>
        <p:spPr bwMode="auto">
          <a:xfrm>
            <a:off x="484096" y="501273"/>
            <a:ext cx="9144692" cy="29139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 name="Rectangle 90"/>
          <p:cNvSpPr>
            <a:spLocks noChangeArrowheads="1"/>
          </p:cNvSpPr>
          <p:nvPr/>
        </p:nvSpPr>
        <p:spPr bwMode="auto">
          <a:xfrm>
            <a:off x="14400000" y="298280"/>
            <a:ext cx="24048720" cy="3275096"/>
          </a:xfrm>
          <a:prstGeom prst="rect">
            <a:avLst/>
          </a:prstGeom>
          <a:solidFill>
            <a:srgbClr val="FFCC00"/>
          </a:solidFill>
          <a:ln>
            <a:noFill/>
          </a:ln>
        </p:spPr>
        <p:txBody>
          <a:bodyPr wrap="square" lIns="225903" tIns="112951" rIns="225903" bIns="112951">
            <a:spAutoFit/>
          </a:bodyPr>
          <a:lstStyle/>
          <a:p>
            <a:pPr algn="ctr" defTabSz="2259013">
              <a:lnSpc>
                <a:spcPct val="100000"/>
              </a:lnSpc>
            </a:pPr>
            <a:r>
              <a:rPr lang="en-US" sz="6600" dirty="0">
                <a:latin typeface="Palatino Linotype" panose="02040502050505030304" pitchFamily="18" charset="0"/>
              </a:rPr>
              <a:t>Modeling Monthly MTA Major Incidents Using Weather and Subway Ridership</a:t>
            </a:r>
            <a:br>
              <a:rPr lang="en-US" sz="6600" dirty="0">
                <a:latin typeface="Palatino Linotype" panose="02040502050505030304" pitchFamily="18" charset="0"/>
              </a:rPr>
            </a:br>
            <a:r>
              <a:rPr lang="en-US" sz="6600" dirty="0">
                <a:latin typeface="Palatino Linotype" panose="02040502050505030304" pitchFamily="18" charset="0"/>
              </a:rPr>
              <a:t>Andrew Chincea </a:t>
            </a:r>
            <a:r>
              <a:rPr lang="en-US" sz="6600" b="0" dirty="0"/>
              <a:t>– School of Data Science and Analytics</a:t>
            </a:r>
            <a:endParaRPr lang="en-US" sz="6600" dirty="0">
              <a:latin typeface="Palatino Linotype" panose="02040502050505030304" pitchFamily="18" charset="0"/>
            </a:endParaRPr>
          </a:p>
          <a:p>
            <a:pPr algn="ctr" defTabSz="2259013">
              <a:lnSpc>
                <a:spcPct val="100000"/>
              </a:lnSpc>
            </a:pPr>
            <a:r>
              <a:rPr lang="en-US" sz="6600" dirty="0">
                <a:latin typeface="Palatino Linotype" panose="02040502050505030304" pitchFamily="18" charset="0"/>
              </a:rPr>
              <a:t>Advisor: Dr. Soni</a:t>
            </a:r>
          </a:p>
        </p:txBody>
      </p:sp>
      <p:pic>
        <p:nvPicPr>
          <p:cNvPr id="100" name="Time Series Picture"/>
          <p:cNvPicPr>
            <a:picLocks noChangeAspect="1" noChangeArrowheads="1"/>
          </p:cNvPicPr>
          <p:nvPr/>
        </p:nvPicPr>
        <p:blipFill>
          <a:blip r:embed="rId3"/>
          <a:stretch>
            <a:fillRect/>
          </a:stretch>
        </p:blipFill>
        <p:spPr bwMode="auto">
          <a:xfrm>
            <a:off x="1314400" y="11600000"/>
            <a:ext cx="14440000" cy="4400000"/>
          </a:xfrm>
          <a:prstGeom prst="rect">
            <a:avLst/>
          </a:prstGeom>
          <a:noFill/>
          <a:ln>
            <a:noFill/>
          </a:ln>
        </p:spPr>
      </p:pic>
      <p:pic>
        <p:nvPicPr>
          <p:cNvPr id="101" name="Heatmap Picture"/>
          <p:cNvPicPr>
            <a:picLocks noChangeAspect="1" noChangeArrowheads="1"/>
          </p:cNvPicPr>
          <p:nvPr/>
        </p:nvPicPr>
        <p:blipFill>
          <a:blip r:embed="rId4"/>
          <a:stretch>
            <a:fillRect/>
          </a:stretch>
        </p:blipFill>
        <p:spPr bwMode="auto">
          <a:xfrm>
            <a:off x="2400000" y="25400000"/>
            <a:ext cx="12000000" cy="7200000"/>
          </a:xfrm>
          <a:prstGeom prst="rect">
            <a:avLst/>
          </a:prstGeom>
          <a:noFill/>
          <a:ln>
            <a:noFill/>
          </a:ln>
        </p:spPr>
      </p:pic>
      <p:pic>
        <p:nvPicPr>
          <p:cNvPr id="103" name="Residuals vs Fitted Picture"/>
          <p:cNvPicPr>
            <a:picLocks noChangeAspect="1" noChangeArrowheads="1"/>
          </p:cNvPicPr>
          <p:nvPr/>
        </p:nvPicPr>
        <p:blipFill>
          <a:blip r:embed="rId5"/>
          <a:stretch>
            <a:fillRect/>
          </a:stretch>
        </p:blipFill>
        <p:spPr bwMode="auto">
          <a:xfrm>
            <a:off x="17500000" y="11800000"/>
            <a:ext cx="11800000" cy="6500000"/>
          </a:xfrm>
          <a:prstGeom prst="rect">
            <a:avLst/>
          </a:prstGeom>
          <a:noFill/>
          <a:ln>
            <a:noFill/>
          </a:ln>
        </p:spPr>
      </p:pic>
      <p:pic>
        <p:nvPicPr>
          <p:cNvPr id="104" name="Q-Q Plot Picture"/>
          <p:cNvPicPr>
            <a:picLocks noChangeAspect="1" noChangeArrowheads="1"/>
          </p:cNvPicPr>
          <p:nvPr/>
        </p:nvPicPr>
        <p:blipFill>
          <a:blip r:embed="rId6"/>
          <a:stretch>
            <a:fillRect/>
          </a:stretch>
        </p:blipFill>
        <p:spPr bwMode="auto">
          <a:xfrm>
            <a:off x="30200000" y="11800000"/>
            <a:ext cx="11800000" cy="6500000"/>
          </a:xfrm>
          <a:prstGeom prst="rect">
            <a:avLst/>
          </a:prstGeom>
          <a:noFill/>
          <a:ln>
            <a:noFill/>
          </a:ln>
        </p:spPr>
      </p:pic>
      <p:pic>
        <p:nvPicPr>
          <p:cNvPr id="102" name="Ridership Regression Picture"/>
          <p:cNvPicPr>
            <a:picLocks noChangeAspect="1" noChangeArrowheads="1"/>
          </p:cNvPicPr>
          <p:nvPr/>
        </p:nvPicPr>
        <p:blipFill>
          <a:blip r:embed="rId7"/>
          <a:stretch>
            <a:fillRect/>
          </a:stretch>
        </p:blipFill>
        <p:spPr bwMode="auto">
          <a:xfrm>
            <a:off x="19992600" y="25400000"/>
            <a:ext cx="20273760" cy="6500000"/>
          </a:xfrm>
          <a:prstGeom prst="rect">
            <a:avLst/>
          </a:prstGeom>
          <a:noFill/>
          <a:ln>
            <a:noFill/>
          </a:ln>
        </p:spPr>
      </p:pic>
    </p:spTree>
  </p:cSld>
  <p:clrMapOvr>
    <a:masterClrMapping/>
  </p:clrMapOvr>
</p:sld>
</file>

<file path=ppt/theme/theme1.xml><?xml version="1.0" encoding="utf-8"?>
<a:theme xmlns:a="http://schemas.openxmlformats.org/drawingml/2006/main" name="KSUTheme">
  <a:themeElements>
    <a:clrScheme name="Custom 2">
      <a:dk1>
        <a:sysClr val="windowText" lastClr="000000"/>
      </a:dk1>
      <a:lt1>
        <a:sysClr val="window" lastClr="FFFFFF"/>
      </a:lt1>
      <a:dk2>
        <a:srgbClr val="DE9F1F"/>
      </a:dk2>
      <a:lt2>
        <a:srgbClr val="E2C47C"/>
      </a:lt2>
      <a:accent1>
        <a:srgbClr val="6C0521"/>
      </a:accent1>
      <a:accent2>
        <a:srgbClr val="000000"/>
      </a:accent2>
      <a:accent3>
        <a:srgbClr val="DE9F1F"/>
      </a:accent3>
      <a:accent4>
        <a:srgbClr val="EFC23A"/>
      </a:accent4>
      <a:accent5>
        <a:srgbClr val="474949"/>
      </a:accent5>
      <a:accent6>
        <a:srgbClr val="989B9A"/>
      </a:accent6>
      <a:hlink>
        <a:srgbClr val="6C0521"/>
      </a:hlink>
      <a:folHlink>
        <a:srgbClr val="000000"/>
      </a:folHlink>
    </a:clrScheme>
    <a:fontScheme name="Solstice">
      <a:majorFont>
        <a:latin typeface="Gill Sans MT"/>
        <a:ea typeface=""/>
        <a:cs typeface=""/>
        <a:font script="Grek" typeface="Corbel"/>
        <a:font script="Cyrl" typeface="Corbel"/>
        <a:font script="Jpan" typeface="ＭＳ ゴシック"/>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Gill Sans MT"/>
        <a:ea typeface=""/>
        <a:cs typeface=""/>
        <a:font script="Grek" typeface="Corbel"/>
        <a:font script="Cyrl" typeface="Corbel"/>
        <a:font script="Jpan" typeface="ＭＳ ゴシック"/>
        <a:font script="Hang" typeface="HY엽서L"/>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KSU_theme.thmx</Template>
  <TotalTime>2223</TotalTime>
  <Words>386</Words>
  <Application>Microsoft Macintosh PowerPoint</Application>
  <PresentationFormat>Custom</PresentationFormat>
  <Paragraphs>69</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Gill Sans MT</vt:lpstr>
      <vt:lpstr>Palatino Linotype</vt:lpstr>
      <vt:lpstr>KSUTheme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Dr. Ferguson</dc:creator>
  <cp:lastModifiedBy>Andrew Chincea</cp:lastModifiedBy>
  <cp:revision>94</cp:revision>
  <cp:lastPrinted>2010-08-23T14:37:47Z</cp:lastPrinted>
  <dcterms:created xsi:type="dcterms:W3CDTF">2011-09-28T16:46:38Z</dcterms:created>
  <dcterms:modified xsi:type="dcterms:W3CDTF">2026-04-19T05:10:14Z</dcterms:modified>
</cp:coreProperties>
</file>