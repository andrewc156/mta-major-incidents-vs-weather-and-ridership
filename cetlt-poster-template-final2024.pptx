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6"/>
  </p:notesMasterIdLst>
  <p:handoutMasterIdLst>
    <p:handoutMasterId r:id="rId7"/>
  </p:handoutMasterIdLst>
  <p:sldIdLst>
    <p:sldId id="256" r:id="rId5"/>
  </p:sldIdLst>
  <p:sldSz cx="38404800" cy="32918400"/>
  <p:notesSz cx="9296400" cy="7010400"/>
  <p:defaultTextStyle>
    <a:defPPr>
      <a:defRPr lang="en-US"/>
    </a:defPPr>
    <a:lvl1pPr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1pPr>
    <a:lvl2pPr marL="4572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2pPr>
    <a:lvl3pPr marL="9144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3pPr>
    <a:lvl4pPr marL="13716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4pPr>
    <a:lvl5pPr marL="1828800" algn="ctr" rtl="0" eaLnBrk="0" fontAlgn="base" hangingPunct="0">
      <a:lnSpc>
        <a:spcPct val="65000"/>
      </a:lnSpc>
      <a:spcBef>
        <a:spcPct val="50000"/>
      </a:spcBef>
      <a:spcAft>
        <a:spcPct val="0"/>
      </a:spcAft>
      <a:defRPr sz="5400" b="1" kern="1200">
        <a:solidFill>
          <a:schemeClr val="tx1"/>
        </a:solidFill>
        <a:latin typeface="Times New Roman" pitchFamily="18" charset="0"/>
        <a:ea typeface="+mn-ea"/>
        <a:cs typeface="+mn-cs"/>
      </a:defRPr>
    </a:lvl5pPr>
    <a:lvl6pPr marL="2286000" algn="l" defTabSz="914400" rtl="0" eaLnBrk="1" latinLnBrk="0" hangingPunct="1">
      <a:defRPr sz="5400" b="1" kern="1200">
        <a:solidFill>
          <a:schemeClr val="tx1"/>
        </a:solidFill>
        <a:latin typeface="Times New Roman" pitchFamily="18" charset="0"/>
        <a:ea typeface="+mn-ea"/>
        <a:cs typeface="+mn-cs"/>
      </a:defRPr>
    </a:lvl6pPr>
    <a:lvl7pPr marL="2743200" algn="l" defTabSz="914400" rtl="0" eaLnBrk="1" latinLnBrk="0" hangingPunct="1">
      <a:defRPr sz="5400" b="1" kern="1200">
        <a:solidFill>
          <a:schemeClr val="tx1"/>
        </a:solidFill>
        <a:latin typeface="Times New Roman" pitchFamily="18" charset="0"/>
        <a:ea typeface="+mn-ea"/>
        <a:cs typeface="+mn-cs"/>
      </a:defRPr>
    </a:lvl7pPr>
    <a:lvl8pPr marL="3200400" algn="l" defTabSz="914400" rtl="0" eaLnBrk="1" latinLnBrk="0" hangingPunct="1">
      <a:defRPr sz="5400" b="1" kern="1200">
        <a:solidFill>
          <a:schemeClr val="tx1"/>
        </a:solidFill>
        <a:latin typeface="Times New Roman" pitchFamily="18" charset="0"/>
        <a:ea typeface="+mn-ea"/>
        <a:cs typeface="+mn-cs"/>
      </a:defRPr>
    </a:lvl8pPr>
    <a:lvl9pPr marL="3657600" algn="l" defTabSz="914400" rtl="0" eaLnBrk="1" latinLnBrk="0" hangingPunct="1">
      <a:defRPr sz="54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3888" userDrawn="1">
          <p15:clr>
            <a:srgbClr val="A4A3A4"/>
          </p15:clr>
        </p15:guide>
        <p15:guide id="2" pos="128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629"/>
    <a:srgbClr val="FEC52E"/>
    <a:srgbClr val="F5CB2E"/>
    <a:srgbClr val="D60093"/>
    <a:srgbClr val="E3B32B"/>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46E04D-5957-42C0-B918-78AEDE51E778}" v="2" dt="2024-07-24T19:51:25.7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4"/>
    <p:restoredTop sz="94710"/>
  </p:normalViewPr>
  <p:slideViewPr>
    <p:cSldViewPr snapToGrid="0">
      <p:cViewPr>
        <p:scale>
          <a:sx n="23" d="100"/>
          <a:sy n="23" d="100"/>
        </p:scale>
        <p:origin x="2600" y="400"/>
      </p:cViewPr>
      <p:guideLst>
        <p:guide orient="horz" pos="3888"/>
        <p:guide pos="128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027488" cy="350838"/>
          </a:xfrm>
          <a:prstGeom prst="rect">
            <a:avLst/>
          </a:prstGeom>
          <a:noFill/>
          <a:ln w="9525">
            <a:noFill/>
            <a:miter lim="800000"/>
            <a:headEnd/>
            <a:tailEnd/>
          </a:ln>
          <a:effectLst/>
        </p:spPr>
        <p:txBody>
          <a:bodyPr vert="horz" wrap="square" lIns="93160" tIns="46580" rIns="93160" bIns="46580" numCol="1" anchor="t" anchorCtr="0" compatLnSpc="1">
            <a:prstTxWarp prst="textNoShape">
              <a:avLst/>
            </a:prstTxWarp>
          </a:bodyPr>
          <a:lstStyle>
            <a:lvl1pPr algn="l" defTabSz="931696">
              <a:lnSpc>
                <a:spcPct val="100000"/>
              </a:lnSpc>
              <a:spcBef>
                <a:spcPct val="0"/>
              </a:spcBef>
              <a:defRPr sz="1200" b="0"/>
            </a:lvl1pPr>
          </a:lstStyle>
          <a:p>
            <a:pPr>
              <a:defRPr/>
            </a:pPr>
            <a:endParaRPr lang="en-US"/>
          </a:p>
        </p:txBody>
      </p:sp>
      <p:sp>
        <p:nvSpPr>
          <p:cNvPr id="4099" name="Rectangle 3"/>
          <p:cNvSpPr>
            <a:spLocks noGrp="1" noChangeArrowheads="1"/>
          </p:cNvSpPr>
          <p:nvPr>
            <p:ph type="dt" sz="quarter" idx="1"/>
          </p:nvPr>
        </p:nvSpPr>
        <p:spPr bwMode="auto">
          <a:xfrm>
            <a:off x="5268913" y="0"/>
            <a:ext cx="4027487" cy="350838"/>
          </a:xfrm>
          <a:prstGeom prst="rect">
            <a:avLst/>
          </a:prstGeom>
          <a:noFill/>
          <a:ln w="9525">
            <a:noFill/>
            <a:miter lim="800000"/>
            <a:headEnd/>
            <a:tailEnd/>
          </a:ln>
          <a:effectLst/>
        </p:spPr>
        <p:txBody>
          <a:bodyPr vert="horz" wrap="square" lIns="93160" tIns="46580" rIns="93160" bIns="46580" numCol="1" anchor="t" anchorCtr="0" compatLnSpc="1">
            <a:prstTxWarp prst="textNoShape">
              <a:avLst/>
            </a:prstTxWarp>
          </a:bodyPr>
          <a:lstStyle>
            <a:lvl1pPr algn="r" defTabSz="931696">
              <a:lnSpc>
                <a:spcPct val="100000"/>
              </a:lnSpc>
              <a:spcBef>
                <a:spcPct val="0"/>
              </a:spcBef>
              <a:defRPr sz="1200" b="0"/>
            </a:lvl1pPr>
          </a:lstStyle>
          <a:p>
            <a:pPr>
              <a:defRPr/>
            </a:pPr>
            <a:endParaRPr lang="en-US"/>
          </a:p>
        </p:txBody>
      </p:sp>
      <p:sp>
        <p:nvSpPr>
          <p:cNvPr id="4100" name="Rectangle 4"/>
          <p:cNvSpPr>
            <a:spLocks noGrp="1" noChangeArrowheads="1"/>
          </p:cNvSpPr>
          <p:nvPr>
            <p:ph type="ftr" sz="quarter" idx="2"/>
          </p:nvPr>
        </p:nvSpPr>
        <p:spPr bwMode="auto">
          <a:xfrm>
            <a:off x="0" y="6659563"/>
            <a:ext cx="4027488" cy="350837"/>
          </a:xfrm>
          <a:prstGeom prst="rect">
            <a:avLst/>
          </a:prstGeom>
          <a:noFill/>
          <a:ln w="9525">
            <a:noFill/>
            <a:miter lim="800000"/>
            <a:headEnd/>
            <a:tailEnd/>
          </a:ln>
          <a:effectLst/>
        </p:spPr>
        <p:txBody>
          <a:bodyPr vert="horz" wrap="square" lIns="93160" tIns="46580" rIns="93160" bIns="46580" numCol="1" anchor="b" anchorCtr="0" compatLnSpc="1">
            <a:prstTxWarp prst="textNoShape">
              <a:avLst/>
            </a:prstTxWarp>
          </a:bodyPr>
          <a:lstStyle>
            <a:lvl1pPr algn="l" defTabSz="931696">
              <a:lnSpc>
                <a:spcPct val="100000"/>
              </a:lnSpc>
              <a:spcBef>
                <a:spcPct val="0"/>
              </a:spcBef>
              <a:defRPr sz="1200" b="0"/>
            </a:lvl1pPr>
          </a:lstStyle>
          <a:p>
            <a:pPr>
              <a:defRPr/>
            </a:pPr>
            <a:endParaRPr lang="en-US"/>
          </a:p>
        </p:txBody>
      </p:sp>
      <p:sp>
        <p:nvSpPr>
          <p:cNvPr id="4101" name="Rectangle 5"/>
          <p:cNvSpPr>
            <a:spLocks noGrp="1" noChangeArrowheads="1"/>
          </p:cNvSpPr>
          <p:nvPr>
            <p:ph type="sldNum" sz="quarter" idx="3"/>
          </p:nvPr>
        </p:nvSpPr>
        <p:spPr bwMode="auto">
          <a:xfrm>
            <a:off x="5268913" y="6659563"/>
            <a:ext cx="4027487" cy="350837"/>
          </a:xfrm>
          <a:prstGeom prst="rect">
            <a:avLst/>
          </a:prstGeom>
          <a:noFill/>
          <a:ln w="9525">
            <a:noFill/>
            <a:miter lim="800000"/>
            <a:headEnd/>
            <a:tailEnd/>
          </a:ln>
          <a:effectLst/>
        </p:spPr>
        <p:txBody>
          <a:bodyPr vert="horz" wrap="square" lIns="93160" tIns="46580" rIns="93160" bIns="46580" numCol="1" anchor="b" anchorCtr="0" compatLnSpc="1">
            <a:prstTxWarp prst="textNoShape">
              <a:avLst/>
            </a:prstTxWarp>
          </a:bodyPr>
          <a:lstStyle>
            <a:lvl1pPr algn="r" defTabSz="931696">
              <a:lnSpc>
                <a:spcPct val="100000"/>
              </a:lnSpc>
              <a:spcBef>
                <a:spcPct val="0"/>
              </a:spcBef>
              <a:defRPr sz="1200" b="0"/>
            </a:lvl1pPr>
          </a:lstStyle>
          <a:p>
            <a:pPr>
              <a:defRPr/>
            </a:pPr>
            <a:fld id="{51BFBB92-9EAF-4A98-AC69-D6A49C72F0D0}" type="slidenum">
              <a:rPr lang="en-US"/>
              <a:pPr>
                <a:defRPr/>
              </a:pPr>
              <a:t>‹#›</a:t>
            </a:fld>
            <a:endParaRPr lang="en-US"/>
          </a:p>
        </p:txBody>
      </p:sp>
    </p:spTree>
    <p:extLst>
      <p:ext uri="{BB962C8B-B14F-4D97-AF65-F5344CB8AC3E}">
        <p14:creationId xmlns:p14="http://schemas.microsoft.com/office/powerpoint/2010/main" val="38683431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7488" cy="350838"/>
          </a:xfrm>
          <a:prstGeom prst="rect">
            <a:avLst/>
          </a:prstGeom>
        </p:spPr>
        <p:txBody>
          <a:bodyPr vert="horz" lIns="20062" tIns="10031" rIns="20062" bIns="10031" rtlCol="0"/>
          <a:lstStyle>
            <a:lvl1pPr algn="l">
              <a:defRPr sz="300"/>
            </a:lvl1pPr>
          </a:lstStyle>
          <a:p>
            <a:pPr>
              <a:defRPr/>
            </a:pPr>
            <a:endParaRPr lang="en-US"/>
          </a:p>
        </p:txBody>
      </p:sp>
      <p:sp>
        <p:nvSpPr>
          <p:cNvPr id="3" name="Date Placeholder 2"/>
          <p:cNvSpPr>
            <a:spLocks noGrp="1"/>
          </p:cNvSpPr>
          <p:nvPr>
            <p:ph type="dt" idx="1"/>
          </p:nvPr>
        </p:nvSpPr>
        <p:spPr>
          <a:xfrm>
            <a:off x="5265738" y="0"/>
            <a:ext cx="4027487" cy="350838"/>
          </a:xfrm>
          <a:prstGeom prst="rect">
            <a:avLst/>
          </a:prstGeom>
        </p:spPr>
        <p:txBody>
          <a:bodyPr vert="horz" lIns="20062" tIns="10031" rIns="20062" bIns="10031" rtlCol="0"/>
          <a:lstStyle>
            <a:lvl1pPr algn="r">
              <a:defRPr sz="300"/>
            </a:lvl1pPr>
          </a:lstStyle>
          <a:p>
            <a:pPr>
              <a:defRPr/>
            </a:pPr>
            <a:fld id="{5CC69237-968C-4809-BBBD-9304D521757D}" type="datetimeFigureOut">
              <a:rPr lang="en-US"/>
              <a:pPr>
                <a:defRPr/>
              </a:pPr>
              <a:t>3/20/26</a:t>
            </a:fld>
            <a:endParaRPr lang="en-US"/>
          </a:p>
        </p:txBody>
      </p:sp>
      <p:sp>
        <p:nvSpPr>
          <p:cNvPr id="4" name="Slide Image Placeholder 3"/>
          <p:cNvSpPr>
            <a:spLocks noGrp="1" noRot="1" noChangeAspect="1"/>
          </p:cNvSpPr>
          <p:nvPr>
            <p:ph type="sldImg" idx="2"/>
          </p:nvPr>
        </p:nvSpPr>
        <p:spPr>
          <a:xfrm>
            <a:off x="3114675" y="525463"/>
            <a:ext cx="3067050" cy="2628900"/>
          </a:xfrm>
          <a:prstGeom prst="rect">
            <a:avLst/>
          </a:prstGeom>
          <a:noFill/>
          <a:ln w="12700">
            <a:solidFill>
              <a:prstClr val="black"/>
            </a:solidFill>
          </a:ln>
        </p:spPr>
        <p:txBody>
          <a:bodyPr vert="horz" lIns="20062" tIns="10031" rIns="20062" bIns="10031" rtlCol="0" anchor="ctr"/>
          <a:lstStyle/>
          <a:p>
            <a:pPr lvl="0"/>
            <a:endParaRPr lang="en-US" noProof="0"/>
          </a:p>
        </p:txBody>
      </p:sp>
      <p:sp>
        <p:nvSpPr>
          <p:cNvPr id="5" name="Notes Placeholder 4"/>
          <p:cNvSpPr>
            <a:spLocks noGrp="1"/>
          </p:cNvSpPr>
          <p:nvPr>
            <p:ph type="body" sz="quarter" idx="3"/>
          </p:nvPr>
        </p:nvSpPr>
        <p:spPr>
          <a:xfrm>
            <a:off x="930275" y="3328988"/>
            <a:ext cx="7435850" cy="3155950"/>
          </a:xfrm>
          <a:prstGeom prst="rect">
            <a:avLst/>
          </a:prstGeom>
        </p:spPr>
        <p:txBody>
          <a:bodyPr vert="horz" lIns="20062" tIns="10031" rIns="20062" bIns="100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659563"/>
            <a:ext cx="4027488" cy="349250"/>
          </a:xfrm>
          <a:prstGeom prst="rect">
            <a:avLst/>
          </a:prstGeom>
        </p:spPr>
        <p:txBody>
          <a:bodyPr vert="horz" lIns="20062" tIns="10031" rIns="20062" bIns="10031" rtlCol="0" anchor="b"/>
          <a:lstStyle>
            <a:lvl1pPr algn="l">
              <a:defRPr sz="300"/>
            </a:lvl1pPr>
          </a:lstStyle>
          <a:p>
            <a:pPr>
              <a:defRPr/>
            </a:pPr>
            <a:endParaRPr lang="en-US"/>
          </a:p>
        </p:txBody>
      </p:sp>
      <p:sp>
        <p:nvSpPr>
          <p:cNvPr id="7" name="Slide Number Placeholder 6"/>
          <p:cNvSpPr>
            <a:spLocks noGrp="1"/>
          </p:cNvSpPr>
          <p:nvPr>
            <p:ph type="sldNum" sz="quarter" idx="5"/>
          </p:nvPr>
        </p:nvSpPr>
        <p:spPr>
          <a:xfrm>
            <a:off x="5265738" y="6659563"/>
            <a:ext cx="4027487" cy="349250"/>
          </a:xfrm>
          <a:prstGeom prst="rect">
            <a:avLst/>
          </a:prstGeom>
        </p:spPr>
        <p:txBody>
          <a:bodyPr vert="horz" lIns="20062" tIns="10031" rIns="20062" bIns="10031" rtlCol="0" anchor="b"/>
          <a:lstStyle>
            <a:lvl1pPr algn="r">
              <a:defRPr sz="300"/>
            </a:lvl1pPr>
          </a:lstStyle>
          <a:p>
            <a:pPr>
              <a:defRPr/>
            </a:pPr>
            <a:fld id="{B4C89677-0636-4F7D-8E45-6997A3D61870}" type="slidenum">
              <a:rPr lang="en-US"/>
              <a:pPr>
                <a:defRPr/>
              </a:pPr>
              <a:t>‹#›</a:t>
            </a:fld>
            <a:endParaRPr lang="en-US"/>
          </a:p>
        </p:txBody>
      </p:sp>
    </p:spTree>
    <p:extLst>
      <p:ext uri="{BB962C8B-B14F-4D97-AF65-F5344CB8AC3E}">
        <p14:creationId xmlns:p14="http://schemas.microsoft.com/office/powerpoint/2010/main" val="2538732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xfrm>
            <a:off x="3114675" y="525463"/>
            <a:ext cx="3067050" cy="26289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41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fld id="{7350F54E-324E-4420-A58C-1451A26E1E91}" type="slidenum">
              <a:rPr lang="en-US" sz="300" smtClean="0"/>
              <a:pPr/>
              <a:t>1</a:t>
            </a:fld>
            <a:endParaRPr lang="en-US" sz="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919" y="10226675"/>
            <a:ext cx="32642970" cy="7054850"/>
          </a:xfrm>
        </p:spPr>
        <p:txBody>
          <a:bodyPr/>
          <a:lstStyle/>
          <a:p>
            <a:r>
              <a:rPr lang="en-US"/>
              <a:t>Click to edit Master title style</a:t>
            </a:r>
          </a:p>
        </p:txBody>
      </p:sp>
      <p:sp>
        <p:nvSpPr>
          <p:cNvPr id="3" name="Subtitle 2"/>
          <p:cNvSpPr>
            <a:spLocks noGrp="1"/>
          </p:cNvSpPr>
          <p:nvPr>
            <p:ph type="subTitle" idx="1"/>
          </p:nvPr>
        </p:nvSpPr>
        <p:spPr>
          <a:xfrm>
            <a:off x="5760451" y="18653125"/>
            <a:ext cx="26883917" cy="8413750"/>
          </a:xfrm>
        </p:spPr>
        <p:txBody>
          <a:bodyPr/>
          <a:lstStyle>
            <a:lvl1pPr marL="0" indent="0" algn="ctr">
              <a:buNone/>
              <a:defRPr/>
            </a:lvl1pPr>
            <a:lvl2pPr marL="556608" indent="0" algn="ctr">
              <a:buNone/>
              <a:defRPr/>
            </a:lvl2pPr>
            <a:lvl3pPr marL="1113215" indent="0" algn="ctr">
              <a:buNone/>
              <a:defRPr/>
            </a:lvl3pPr>
            <a:lvl4pPr marL="1669826" indent="0" algn="ctr">
              <a:buNone/>
              <a:defRPr/>
            </a:lvl4pPr>
            <a:lvl5pPr marL="2226434" indent="0" algn="ctr">
              <a:buNone/>
              <a:defRPr/>
            </a:lvl5pPr>
            <a:lvl6pPr marL="2783044" indent="0" algn="ctr">
              <a:buNone/>
              <a:defRPr/>
            </a:lvl6pPr>
            <a:lvl7pPr marL="3339653" indent="0" algn="ctr">
              <a:buNone/>
              <a:defRPr/>
            </a:lvl7pPr>
            <a:lvl8pPr marL="3896260" indent="0" algn="ctr">
              <a:buNone/>
              <a:defRPr/>
            </a:lvl8pPr>
            <a:lvl9pPr marL="4452869"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CE9746-3E67-4984-B2FE-1AF1BA16340E}" type="slidenum">
              <a:rPr lang="en-US"/>
              <a:pPr>
                <a:defRPr/>
              </a:pPr>
              <a:t>‹#›</a:t>
            </a:fld>
            <a:endParaRPr lang="en-US"/>
          </a:p>
        </p:txBody>
      </p:sp>
    </p:spTree>
    <p:extLst>
      <p:ext uri="{BB962C8B-B14F-4D97-AF65-F5344CB8AC3E}">
        <p14:creationId xmlns:p14="http://schemas.microsoft.com/office/powerpoint/2010/main" val="2938123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1E4A587-5FAF-42E6-BE45-17C25F99A991}" type="slidenum">
              <a:rPr lang="en-US"/>
              <a:pPr>
                <a:defRPr/>
              </a:pPr>
              <a:t>‹#›</a:t>
            </a:fld>
            <a:endParaRPr lang="en-US"/>
          </a:p>
        </p:txBody>
      </p:sp>
    </p:spTree>
    <p:extLst>
      <p:ext uri="{BB962C8B-B14F-4D97-AF65-F5344CB8AC3E}">
        <p14:creationId xmlns:p14="http://schemas.microsoft.com/office/powerpoint/2010/main" val="4036991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33714" y="21153452"/>
            <a:ext cx="32644358" cy="6537325"/>
          </a:xfrm>
        </p:spPr>
        <p:txBody>
          <a:bodyPr anchor="t"/>
          <a:lstStyle>
            <a:lvl1pPr algn="l">
              <a:defRPr sz="4870" b="1" cap="all"/>
            </a:lvl1pPr>
          </a:lstStyle>
          <a:p>
            <a:r>
              <a:rPr lang="en-US"/>
              <a:t>Click to edit Master title style</a:t>
            </a:r>
          </a:p>
        </p:txBody>
      </p:sp>
      <p:sp>
        <p:nvSpPr>
          <p:cNvPr id="3" name="Text Placeholder 2"/>
          <p:cNvSpPr>
            <a:spLocks noGrp="1"/>
          </p:cNvSpPr>
          <p:nvPr>
            <p:ph type="body" idx="1"/>
          </p:nvPr>
        </p:nvSpPr>
        <p:spPr>
          <a:xfrm>
            <a:off x="3033714" y="13952538"/>
            <a:ext cx="32644358" cy="7200900"/>
          </a:xfrm>
        </p:spPr>
        <p:txBody>
          <a:bodyPr anchor="b"/>
          <a:lstStyle>
            <a:lvl1pPr marL="0" indent="0">
              <a:buNone/>
              <a:defRPr sz="2434"/>
            </a:lvl1pPr>
            <a:lvl2pPr marL="556608" indent="0">
              <a:buNone/>
              <a:defRPr sz="2190"/>
            </a:lvl2pPr>
            <a:lvl3pPr marL="1113215" indent="0">
              <a:buNone/>
              <a:defRPr sz="1949"/>
            </a:lvl3pPr>
            <a:lvl4pPr marL="1669826" indent="0">
              <a:buNone/>
              <a:defRPr sz="1704"/>
            </a:lvl4pPr>
            <a:lvl5pPr marL="2226434" indent="0">
              <a:buNone/>
              <a:defRPr sz="1704"/>
            </a:lvl5pPr>
            <a:lvl6pPr marL="2783044" indent="0">
              <a:buNone/>
              <a:defRPr sz="1704"/>
            </a:lvl6pPr>
            <a:lvl7pPr marL="3339653" indent="0">
              <a:buNone/>
              <a:defRPr sz="1704"/>
            </a:lvl7pPr>
            <a:lvl8pPr marL="3896260" indent="0">
              <a:buNone/>
              <a:defRPr sz="1704"/>
            </a:lvl8pPr>
            <a:lvl9pPr marL="4452869" indent="0">
              <a:buNone/>
              <a:defRPr sz="1704"/>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188EA6C-4A5C-449A-8168-A4D2F9419EE9}" type="slidenum">
              <a:rPr lang="en-US"/>
              <a:pPr>
                <a:defRPr/>
              </a:pPr>
              <a:t>‹#›</a:t>
            </a:fld>
            <a:endParaRPr lang="en-US"/>
          </a:p>
        </p:txBody>
      </p:sp>
    </p:spTree>
    <p:extLst>
      <p:ext uri="{BB962C8B-B14F-4D97-AF65-F5344CB8AC3E}">
        <p14:creationId xmlns:p14="http://schemas.microsoft.com/office/powerpoint/2010/main" val="342339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879533" y="9510725"/>
            <a:ext cx="16256198" cy="19750087"/>
          </a:xfrm>
        </p:spPr>
        <p:txBody>
          <a:bodyPr/>
          <a:lstStyle>
            <a:lvl1pPr>
              <a:defRPr sz="3409"/>
            </a:lvl1pPr>
            <a:lvl2pPr>
              <a:defRPr sz="2922"/>
            </a:lvl2pPr>
            <a:lvl3pPr>
              <a:defRPr sz="2434"/>
            </a:lvl3pPr>
            <a:lvl4pPr>
              <a:defRPr sz="2190"/>
            </a:lvl4pPr>
            <a:lvl5pPr>
              <a:defRPr sz="2190"/>
            </a:lvl5pPr>
            <a:lvl6pPr>
              <a:defRPr sz="2190"/>
            </a:lvl6pPr>
            <a:lvl7pPr>
              <a:defRPr sz="2190"/>
            </a:lvl7pPr>
            <a:lvl8pPr>
              <a:defRPr sz="2190"/>
            </a:lvl8pPr>
            <a:lvl9pPr>
              <a:defRPr sz="219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9269080" y="9510725"/>
            <a:ext cx="16256200" cy="19750087"/>
          </a:xfrm>
        </p:spPr>
        <p:txBody>
          <a:bodyPr/>
          <a:lstStyle>
            <a:lvl1pPr>
              <a:defRPr sz="3409"/>
            </a:lvl1pPr>
            <a:lvl2pPr>
              <a:defRPr sz="2922"/>
            </a:lvl2pPr>
            <a:lvl3pPr>
              <a:defRPr sz="2434"/>
            </a:lvl3pPr>
            <a:lvl4pPr>
              <a:defRPr sz="2190"/>
            </a:lvl4pPr>
            <a:lvl5pPr>
              <a:defRPr sz="2190"/>
            </a:lvl5pPr>
            <a:lvl6pPr>
              <a:defRPr sz="2190"/>
            </a:lvl6pPr>
            <a:lvl7pPr>
              <a:defRPr sz="2190"/>
            </a:lvl7pPr>
            <a:lvl8pPr>
              <a:defRPr sz="2190"/>
            </a:lvl8pPr>
            <a:lvl9pPr>
              <a:defRPr sz="219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EB4A3CC-8336-4978-A66C-FB77D18E1F46}" type="slidenum">
              <a:rPr lang="en-US"/>
              <a:pPr>
                <a:defRPr/>
              </a:pPr>
              <a:t>‹#›</a:t>
            </a:fld>
            <a:endParaRPr lang="en-US"/>
          </a:p>
        </p:txBody>
      </p:sp>
    </p:spTree>
    <p:extLst>
      <p:ext uri="{BB962C8B-B14F-4D97-AF65-F5344CB8AC3E}">
        <p14:creationId xmlns:p14="http://schemas.microsoft.com/office/powerpoint/2010/main" val="2745491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19689" y="1317625"/>
            <a:ext cx="3456543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919690" y="7369189"/>
            <a:ext cx="16968788" cy="3070225"/>
          </a:xfrm>
        </p:spPr>
        <p:txBody>
          <a:bodyPr anchor="b"/>
          <a:lstStyle>
            <a:lvl1pPr marL="0" indent="0">
              <a:buNone/>
              <a:defRPr sz="2922" b="1"/>
            </a:lvl1pPr>
            <a:lvl2pPr marL="556608" indent="0">
              <a:buNone/>
              <a:defRPr sz="2434" b="1"/>
            </a:lvl2pPr>
            <a:lvl3pPr marL="1113215" indent="0">
              <a:buNone/>
              <a:defRPr sz="2190" b="1"/>
            </a:lvl3pPr>
            <a:lvl4pPr marL="1669826" indent="0">
              <a:buNone/>
              <a:defRPr sz="1949" b="1"/>
            </a:lvl4pPr>
            <a:lvl5pPr marL="2226434" indent="0">
              <a:buNone/>
              <a:defRPr sz="1949" b="1"/>
            </a:lvl5pPr>
            <a:lvl6pPr marL="2783044" indent="0">
              <a:buNone/>
              <a:defRPr sz="1949" b="1"/>
            </a:lvl6pPr>
            <a:lvl7pPr marL="3339653" indent="0">
              <a:buNone/>
              <a:defRPr sz="1949" b="1"/>
            </a:lvl7pPr>
            <a:lvl8pPr marL="3896260" indent="0">
              <a:buNone/>
              <a:defRPr sz="1949" b="1"/>
            </a:lvl8pPr>
            <a:lvl9pPr marL="4452869" indent="0">
              <a:buNone/>
              <a:defRPr sz="1949" b="1"/>
            </a:lvl9pPr>
          </a:lstStyle>
          <a:p>
            <a:pPr lvl="0"/>
            <a:r>
              <a:rPr lang="en-US"/>
              <a:t>Click to edit Master text styles</a:t>
            </a:r>
          </a:p>
        </p:txBody>
      </p:sp>
      <p:sp>
        <p:nvSpPr>
          <p:cNvPr id="4" name="Content Placeholder 3"/>
          <p:cNvSpPr>
            <a:spLocks noGrp="1"/>
          </p:cNvSpPr>
          <p:nvPr>
            <p:ph sz="half" idx="2"/>
          </p:nvPr>
        </p:nvSpPr>
        <p:spPr>
          <a:xfrm>
            <a:off x="1919690" y="10439411"/>
            <a:ext cx="16968788" cy="18965863"/>
          </a:xfrm>
        </p:spPr>
        <p:txBody>
          <a:bodyPr/>
          <a:lstStyle>
            <a:lvl1pPr>
              <a:defRPr sz="2922"/>
            </a:lvl1pPr>
            <a:lvl2pPr>
              <a:defRPr sz="2434"/>
            </a:lvl2pPr>
            <a:lvl3pPr>
              <a:defRPr sz="2190"/>
            </a:lvl3pPr>
            <a:lvl4pPr>
              <a:defRPr sz="1949"/>
            </a:lvl4pPr>
            <a:lvl5pPr>
              <a:defRPr sz="1949"/>
            </a:lvl5pPr>
            <a:lvl6pPr>
              <a:defRPr sz="1949"/>
            </a:lvl6pPr>
            <a:lvl7pPr>
              <a:defRPr sz="1949"/>
            </a:lvl7pPr>
            <a:lvl8pPr>
              <a:defRPr sz="1949"/>
            </a:lvl8pPr>
            <a:lvl9pPr>
              <a:defRPr sz="194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9509389" y="7369189"/>
            <a:ext cx="16975732" cy="3070225"/>
          </a:xfrm>
        </p:spPr>
        <p:txBody>
          <a:bodyPr anchor="b"/>
          <a:lstStyle>
            <a:lvl1pPr marL="0" indent="0">
              <a:buNone/>
              <a:defRPr sz="2922" b="1"/>
            </a:lvl1pPr>
            <a:lvl2pPr marL="556608" indent="0">
              <a:buNone/>
              <a:defRPr sz="2434" b="1"/>
            </a:lvl2pPr>
            <a:lvl3pPr marL="1113215" indent="0">
              <a:buNone/>
              <a:defRPr sz="2190" b="1"/>
            </a:lvl3pPr>
            <a:lvl4pPr marL="1669826" indent="0">
              <a:buNone/>
              <a:defRPr sz="1949" b="1"/>
            </a:lvl4pPr>
            <a:lvl5pPr marL="2226434" indent="0">
              <a:buNone/>
              <a:defRPr sz="1949" b="1"/>
            </a:lvl5pPr>
            <a:lvl6pPr marL="2783044" indent="0">
              <a:buNone/>
              <a:defRPr sz="1949" b="1"/>
            </a:lvl6pPr>
            <a:lvl7pPr marL="3339653" indent="0">
              <a:buNone/>
              <a:defRPr sz="1949" b="1"/>
            </a:lvl7pPr>
            <a:lvl8pPr marL="3896260" indent="0">
              <a:buNone/>
              <a:defRPr sz="1949" b="1"/>
            </a:lvl8pPr>
            <a:lvl9pPr marL="4452869" indent="0">
              <a:buNone/>
              <a:defRPr sz="1949" b="1"/>
            </a:lvl9pPr>
          </a:lstStyle>
          <a:p>
            <a:pPr lvl="0"/>
            <a:r>
              <a:rPr lang="en-US"/>
              <a:t>Click to edit Master text styles</a:t>
            </a:r>
          </a:p>
        </p:txBody>
      </p:sp>
      <p:sp>
        <p:nvSpPr>
          <p:cNvPr id="6" name="Content Placeholder 5"/>
          <p:cNvSpPr>
            <a:spLocks noGrp="1"/>
          </p:cNvSpPr>
          <p:nvPr>
            <p:ph sz="quarter" idx="4"/>
          </p:nvPr>
        </p:nvSpPr>
        <p:spPr>
          <a:xfrm>
            <a:off x="19509389" y="10439411"/>
            <a:ext cx="16975732" cy="18965863"/>
          </a:xfrm>
        </p:spPr>
        <p:txBody>
          <a:bodyPr/>
          <a:lstStyle>
            <a:lvl1pPr>
              <a:defRPr sz="2922"/>
            </a:lvl1pPr>
            <a:lvl2pPr>
              <a:defRPr sz="2434"/>
            </a:lvl2pPr>
            <a:lvl3pPr>
              <a:defRPr sz="2190"/>
            </a:lvl3pPr>
            <a:lvl4pPr>
              <a:defRPr sz="1949"/>
            </a:lvl4pPr>
            <a:lvl5pPr>
              <a:defRPr sz="1949"/>
            </a:lvl5pPr>
            <a:lvl6pPr>
              <a:defRPr sz="1949"/>
            </a:lvl6pPr>
            <a:lvl7pPr>
              <a:defRPr sz="1949"/>
            </a:lvl7pPr>
            <a:lvl8pPr>
              <a:defRPr sz="1949"/>
            </a:lvl8pPr>
            <a:lvl9pPr>
              <a:defRPr sz="194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008A453-5BDB-4A82-A97B-AE3AC9DF93EA}" type="slidenum">
              <a:rPr lang="en-US"/>
              <a:pPr>
                <a:defRPr/>
              </a:pPr>
              <a:t>‹#›</a:t>
            </a:fld>
            <a:endParaRPr lang="en-US"/>
          </a:p>
        </p:txBody>
      </p:sp>
    </p:spTree>
    <p:extLst>
      <p:ext uri="{BB962C8B-B14F-4D97-AF65-F5344CB8AC3E}">
        <p14:creationId xmlns:p14="http://schemas.microsoft.com/office/powerpoint/2010/main" val="2159322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AE6625C-FC05-44C9-AD1B-5BE1C448AF41}" type="slidenum">
              <a:rPr lang="en-US"/>
              <a:pPr>
                <a:defRPr/>
              </a:pPr>
              <a:t>‹#›</a:t>
            </a:fld>
            <a:endParaRPr lang="en-US"/>
          </a:p>
        </p:txBody>
      </p:sp>
    </p:spTree>
    <p:extLst>
      <p:ext uri="{BB962C8B-B14F-4D97-AF65-F5344CB8AC3E}">
        <p14:creationId xmlns:p14="http://schemas.microsoft.com/office/powerpoint/2010/main" val="793692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BD0A2B76-BBD0-4131-9F1A-F9B85BA33A5C}" type="slidenum">
              <a:rPr lang="en-US"/>
              <a:pPr>
                <a:defRPr/>
              </a:pPr>
              <a:t>‹#›</a:t>
            </a:fld>
            <a:endParaRPr lang="en-US"/>
          </a:p>
        </p:txBody>
      </p:sp>
    </p:spTree>
    <p:extLst>
      <p:ext uri="{BB962C8B-B14F-4D97-AF65-F5344CB8AC3E}">
        <p14:creationId xmlns:p14="http://schemas.microsoft.com/office/powerpoint/2010/main" val="269188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19688" y="1311276"/>
            <a:ext cx="12634913" cy="5576888"/>
          </a:xfrm>
        </p:spPr>
        <p:txBody>
          <a:bodyPr anchor="b"/>
          <a:lstStyle>
            <a:lvl1pPr algn="l">
              <a:defRPr sz="2434" b="1"/>
            </a:lvl1pPr>
          </a:lstStyle>
          <a:p>
            <a:r>
              <a:rPr lang="en-US"/>
              <a:t>Click to edit Master title style</a:t>
            </a:r>
          </a:p>
        </p:txBody>
      </p:sp>
      <p:sp>
        <p:nvSpPr>
          <p:cNvPr id="3" name="Content Placeholder 2"/>
          <p:cNvSpPr>
            <a:spLocks noGrp="1"/>
          </p:cNvSpPr>
          <p:nvPr>
            <p:ph idx="1"/>
          </p:nvPr>
        </p:nvSpPr>
        <p:spPr>
          <a:xfrm>
            <a:off x="15015767" y="1311276"/>
            <a:ext cx="21469350" cy="28093988"/>
          </a:xfrm>
        </p:spPr>
        <p:txBody>
          <a:bodyPr/>
          <a:lstStyle>
            <a:lvl1pPr>
              <a:defRPr sz="3894"/>
            </a:lvl1pPr>
            <a:lvl2pPr>
              <a:defRPr sz="3409"/>
            </a:lvl2pPr>
            <a:lvl3pPr>
              <a:defRPr sz="2922"/>
            </a:lvl3pPr>
            <a:lvl4pPr>
              <a:defRPr sz="2434"/>
            </a:lvl4pPr>
            <a:lvl5pPr>
              <a:defRPr sz="2434"/>
            </a:lvl5pPr>
            <a:lvl6pPr>
              <a:defRPr sz="2434"/>
            </a:lvl6pPr>
            <a:lvl7pPr>
              <a:defRPr sz="2434"/>
            </a:lvl7pPr>
            <a:lvl8pPr>
              <a:defRPr sz="2434"/>
            </a:lvl8pPr>
            <a:lvl9pPr>
              <a:defRPr sz="243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919688" y="6888163"/>
            <a:ext cx="12634913" cy="22517100"/>
          </a:xfrm>
        </p:spPr>
        <p:txBody>
          <a:bodyPr/>
          <a:lstStyle>
            <a:lvl1pPr marL="0" indent="0">
              <a:buNone/>
              <a:defRPr sz="1704"/>
            </a:lvl1pPr>
            <a:lvl2pPr marL="556608" indent="0">
              <a:buNone/>
              <a:defRPr sz="1461"/>
            </a:lvl2pPr>
            <a:lvl3pPr marL="1113215" indent="0">
              <a:buNone/>
              <a:defRPr sz="1218"/>
            </a:lvl3pPr>
            <a:lvl4pPr marL="1669826" indent="0">
              <a:buNone/>
              <a:defRPr sz="1096"/>
            </a:lvl4pPr>
            <a:lvl5pPr marL="2226434" indent="0">
              <a:buNone/>
              <a:defRPr sz="1096"/>
            </a:lvl5pPr>
            <a:lvl6pPr marL="2783044" indent="0">
              <a:buNone/>
              <a:defRPr sz="1096"/>
            </a:lvl6pPr>
            <a:lvl7pPr marL="3339653" indent="0">
              <a:buNone/>
              <a:defRPr sz="1096"/>
            </a:lvl7pPr>
            <a:lvl8pPr marL="3896260" indent="0">
              <a:buNone/>
              <a:defRPr sz="1096"/>
            </a:lvl8pPr>
            <a:lvl9pPr marL="4452869" indent="0">
              <a:buNone/>
              <a:defRPr sz="1096"/>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080D8EB-A991-429A-9F15-1E5050711380}" type="slidenum">
              <a:rPr lang="en-US"/>
              <a:pPr>
                <a:defRPr/>
              </a:pPr>
              <a:t>‹#›</a:t>
            </a:fld>
            <a:endParaRPr lang="en-US"/>
          </a:p>
        </p:txBody>
      </p:sp>
    </p:spTree>
    <p:extLst>
      <p:ext uri="{BB962C8B-B14F-4D97-AF65-F5344CB8AC3E}">
        <p14:creationId xmlns:p14="http://schemas.microsoft.com/office/powerpoint/2010/main" val="3625271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27333" y="23042577"/>
            <a:ext cx="23043157" cy="2720975"/>
          </a:xfrm>
        </p:spPr>
        <p:txBody>
          <a:bodyPr anchor="b"/>
          <a:lstStyle>
            <a:lvl1pPr algn="l">
              <a:defRPr sz="2434" b="1"/>
            </a:lvl1pPr>
          </a:lstStyle>
          <a:p>
            <a:r>
              <a:rPr lang="en-US"/>
              <a:t>Click to edit Master title style</a:t>
            </a:r>
          </a:p>
        </p:txBody>
      </p:sp>
      <p:sp>
        <p:nvSpPr>
          <p:cNvPr id="3" name="Picture Placeholder 2"/>
          <p:cNvSpPr>
            <a:spLocks noGrp="1"/>
          </p:cNvSpPr>
          <p:nvPr>
            <p:ph type="pic" idx="1"/>
          </p:nvPr>
        </p:nvSpPr>
        <p:spPr>
          <a:xfrm>
            <a:off x="7527333" y="2941649"/>
            <a:ext cx="23043157" cy="19750087"/>
          </a:xfrm>
        </p:spPr>
        <p:txBody>
          <a:bodyPr/>
          <a:lstStyle>
            <a:lvl1pPr marL="0" indent="0">
              <a:buNone/>
              <a:defRPr sz="3894"/>
            </a:lvl1pPr>
            <a:lvl2pPr marL="556608" indent="0">
              <a:buNone/>
              <a:defRPr sz="3409"/>
            </a:lvl2pPr>
            <a:lvl3pPr marL="1113215" indent="0">
              <a:buNone/>
              <a:defRPr sz="2922"/>
            </a:lvl3pPr>
            <a:lvl4pPr marL="1669826" indent="0">
              <a:buNone/>
              <a:defRPr sz="2434"/>
            </a:lvl4pPr>
            <a:lvl5pPr marL="2226434" indent="0">
              <a:buNone/>
              <a:defRPr sz="2434"/>
            </a:lvl5pPr>
            <a:lvl6pPr marL="2783044" indent="0">
              <a:buNone/>
              <a:defRPr sz="2434"/>
            </a:lvl6pPr>
            <a:lvl7pPr marL="3339653" indent="0">
              <a:buNone/>
              <a:defRPr sz="2434"/>
            </a:lvl7pPr>
            <a:lvl8pPr marL="3896260" indent="0">
              <a:buNone/>
              <a:defRPr sz="2434"/>
            </a:lvl8pPr>
            <a:lvl9pPr marL="4452869" indent="0">
              <a:buNone/>
              <a:defRPr sz="2434"/>
            </a:lvl9pPr>
          </a:lstStyle>
          <a:p>
            <a:pPr lvl="0"/>
            <a:endParaRPr lang="en-US" noProof="0"/>
          </a:p>
        </p:txBody>
      </p:sp>
      <p:sp>
        <p:nvSpPr>
          <p:cNvPr id="4" name="Text Placeholder 3"/>
          <p:cNvSpPr>
            <a:spLocks noGrp="1"/>
          </p:cNvSpPr>
          <p:nvPr>
            <p:ph type="body" sz="half" idx="2"/>
          </p:nvPr>
        </p:nvSpPr>
        <p:spPr>
          <a:xfrm>
            <a:off x="7527333" y="25763549"/>
            <a:ext cx="23043157" cy="3862387"/>
          </a:xfrm>
        </p:spPr>
        <p:txBody>
          <a:bodyPr/>
          <a:lstStyle>
            <a:lvl1pPr marL="0" indent="0">
              <a:buNone/>
              <a:defRPr sz="1704"/>
            </a:lvl1pPr>
            <a:lvl2pPr marL="556608" indent="0">
              <a:buNone/>
              <a:defRPr sz="1461"/>
            </a:lvl2pPr>
            <a:lvl3pPr marL="1113215" indent="0">
              <a:buNone/>
              <a:defRPr sz="1218"/>
            </a:lvl3pPr>
            <a:lvl4pPr marL="1669826" indent="0">
              <a:buNone/>
              <a:defRPr sz="1096"/>
            </a:lvl4pPr>
            <a:lvl5pPr marL="2226434" indent="0">
              <a:buNone/>
              <a:defRPr sz="1096"/>
            </a:lvl5pPr>
            <a:lvl6pPr marL="2783044" indent="0">
              <a:buNone/>
              <a:defRPr sz="1096"/>
            </a:lvl6pPr>
            <a:lvl7pPr marL="3339653" indent="0">
              <a:buNone/>
              <a:defRPr sz="1096"/>
            </a:lvl7pPr>
            <a:lvl8pPr marL="3896260" indent="0">
              <a:buNone/>
              <a:defRPr sz="1096"/>
            </a:lvl8pPr>
            <a:lvl9pPr marL="4452869" indent="0">
              <a:buNone/>
              <a:defRPr sz="1096"/>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66D1F85-FC8E-4B63-A86C-FC56C2C366AD}" type="slidenum">
              <a:rPr lang="en-US"/>
              <a:pPr>
                <a:defRPr/>
              </a:pPr>
              <a:t>‹#›</a:t>
            </a:fld>
            <a:endParaRPr lang="en-US"/>
          </a:p>
        </p:txBody>
      </p:sp>
    </p:spTree>
    <p:extLst>
      <p:ext uri="{BB962C8B-B14F-4D97-AF65-F5344CB8AC3E}">
        <p14:creationId xmlns:p14="http://schemas.microsoft.com/office/powerpoint/2010/main" val="3024119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7F46AF8-960E-4160-8BB5-686F276EDF71}" type="slidenum">
              <a:rPr lang="en-US"/>
              <a:pPr>
                <a:defRPr/>
              </a:pPr>
              <a:t>‹#›</a:t>
            </a:fld>
            <a:endParaRPr lang="en-US"/>
          </a:p>
        </p:txBody>
      </p:sp>
    </p:spTree>
    <p:extLst>
      <p:ext uri="{BB962C8B-B14F-4D97-AF65-F5344CB8AC3E}">
        <p14:creationId xmlns:p14="http://schemas.microsoft.com/office/powerpoint/2010/main" val="3393104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364539" y="2924189"/>
            <a:ext cx="8160743" cy="263366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879533" y="2924189"/>
            <a:ext cx="24351654" cy="263366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2589B9D-719E-42D8-8020-085B69862EA7}" type="slidenum">
              <a:rPr lang="en-US"/>
              <a:pPr>
                <a:defRPr/>
              </a:pPr>
              <a:t>‹#›</a:t>
            </a:fld>
            <a:endParaRPr lang="en-US"/>
          </a:p>
        </p:txBody>
      </p:sp>
    </p:spTree>
    <p:extLst>
      <p:ext uri="{BB962C8B-B14F-4D97-AF65-F5344CB8AC3E}">
        <p14:creationId xmlns:p14="http://schemas.microsoft.com/office/powerpoint/2010/main" val="42882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2879536" y="2924175"/>
            <a:ext cx="32645747"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38884" tIns="219442" rIns="438884" bIns="219442"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2879536" y="9510725"/>
            <a:ext cx="32645747" cy="1975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38884" tIns="219442" rIns="438884" bIns="21944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879527" y="29994229"/>
            <a:ext cx="8001000"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l">
              <a:lnSpc>
                <a:spcPct val="100000"/>
              </a:lnSpc>
              <a:spcBef>
                <a:spcPct val="0"/>
              </a:spcBef>
              <a:defRPr sz="8158" b="0"/>
            </a:lvl1pPr>
          </a:lstStyle>
          <a:p>
            <a:pPr>
              <a:defRPr/>
            </a:pPr>
            <a:endParaRPr lang="en-US"/>
          </a:p>
        </p:txBody>
      </p:sp>
      <p:sp>
        <p:nvSpPr>
          <p:cNvPr id="1029" name="Rectangle 5"/>
          <p:cNvSpPr>
            <a:spLocks noGrp="1" noChangeArrowheads="1"/>
          </p:cNvSpPr>
          <p:nvPr>
            <p:ph type="ftr" sz="quarter" idx="3"/>
          </p:nvPr>
        </p:nvSpPr>
        <p:spPr bwMode="auto">
          <a:xfrm>
            <a:off x="13122483" y="29994229"/>
            <a:ext cx="12159853"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nSpc>
                <a:spcPct val="100000"/>
              </a:lnSpc>
              <a:spcBef>
                <a:spcPct val="0"/>
              </a:spcBef>
              <a:defRPr sz="8158" b="0"/>
            </a:lvl1pPr>
          </a:lstStyle>
          <a:p>
            <a:pPr>
              <a:defRPr/>
            </a:pPr>
            <a:endParaRPr lang="en-US"/>
          </a:p>
        </p:txBody>
      </p:sp>
      <p:sp>
        <p:nvSpPr>
          <p:cNvPr id="1030" name="Rectangle 6"/>
          <p:cNvSpPr>
            <a:spLocks noGrp="1" noChangeArrowheads="1"/>
          </p:cNvSpPr>
          <p:nvPr>
            <p:ph type="sldNum" sz="quarter" idx="4"/>
          </p:nvPr>
        </p:nvSpPr>
        <p:spPr bwMode="auto">
          <a:xfrm>
            <a:off x="27524275" y="29994229"/>
            <a:ext cx="8001000" cy="2190750"/>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r">
              <a:lnSpc>
                <a:spcPct val="100000"/>
              </a:lnSpc>
              <a:spcBef>
                <a:spcPct val="0"/>
              </a:spcBef>
              <a:defRPr sz="8158" b="0"/>
            </a:lvl1pPr>
          </a:lstStyle>
          <a:p>
            <a:pPr>
              <a:defRPr/>
            </a:pPr>
            <a:fld id="{3288BF25-8EA1-41D0-B1F3-35292603751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5341894" rtl="0" eaLnBrk="0" fontAlgn="base" hangingPunct="0">
        <a:spcBef>
          <a:spcPct val="0"/>
        </a:spcBef>
        <a:spcAft>
          <a:spcPct val="0"/>
        </a:spcAft>
        <a:defRPr sz="25569">
          <a:solidFill>
            <a:schemeClr val="tx2"/>
          </a:solidFill>
          <a:latin typeface="+mj-lt"/>
          <a:ea typeface="+mj-ea"/>
          <a:cs typeface="+mj-cs"/>
        </a:defRPr>
      </a:lvl1pPr>
      <a:lvl2pPr algn="ctr" defTabSz="5341894" rtl="0" eaLnBrk="0" fontAlgn="base" hangingPunct="0">
        <a:spcBef>
          <a:spcPct val="0"/>
        </a:spcBef>
        <a:spcAft>
          <a:spcPct val="0"/>
        </a:spcAft>
        <a:defRPr sz="25569">
          <a:solidFill>
            <a:schemeClr val="tx2"/>
          </a:solidFill>
          <a:latin typeface="Times New Roman" pitchFamily="18" charset="0"/>
        </a:defRPr>
      </a:lvl2pPr>
      <a:lvl3pPr algn="ctr" defTabSz="5341894" rtl="0" eaLnBrk="0" fontAlgn="base" hangingPunct="0">
        <a:spcBef>
          <a:spcPct val="0"/>
        </a:spcBef>
        <a:spcAft>
          <a:spcPct val="0"/>
        </a:spcAft>
        <a:defRPr sz="25569">
          <a:solidFill>
            <a:schemeClr val="tx2"/>
          </a:solidFill>
          <a:latin typeface="Times New Roman" pitchFamily="18" charset="0"/>
        </a:defRPr>
      </a:lvl3pPr>
      <a:lvl4pPr algn="ctr" defTabSz="5341894" rtl="0" eaLnBrk="0" fontAlgn="base" hangingPunct="0">
        <a:spcBef>
          <a:spcPct val="0"/>
        </a:spcBef>
        <a:spcAft>
          <a:spcPct val="0"/>
        </a:spcAft>
        <a:defRPr sz="25569">
          <a:solidFill>
            <a:schemeClr val="tx2"/>
          </a:solidFill>
          <a:latin typeface="Times New Roman" pitchFamily="18" charset="0"/>
        </a:defRPr>
      </a:lvl4pPr>
      <a:lvl5pPr algn="ctr" defTabSz="5341894" rtl="0" eaLnBrk="0" fontAlgn="base" hangingPunct="0">
        <a:spcBef>
          <a:spcPct val="0"/>
        </a:spcBef>
        <a:spcAft>
          <a:spcPct val="0"/>
        </a:spcAft>
        <a:defRPr sz="25569">
          <a:solidFill>
            <a:schemeClr val="tx2"/>
          </a:solidFill>
          <a:latin typeface="Times New Roman" pitchFamily="18" charset="0"/>
        </a:defRPr>
      </a:lvl5pPr>
      <a:lvl6pPr marL="556608" algn="ctr" defTabSz="5341894" rtl="0" eaLnBrk="0" fontAlgn="base" hangingPunct="0">
        <a:spcBef>
          <a:spcPct val="0"/>
        </a:spcBef>
        <a:spcAft>
          <a:spcPct val="0"/>
        </a:spcAft>
        <a:defRPr sz="25569">
          <a:solidFill>
            <a:schemeClr val="tx2"/>
          </a:solidFill>
          <a:latin typeface="Times New Roman" pitchFamily="18" charset="0"/>
        </a:defRPr>
      </a:lvl6pPr>
      <a:lvl7pPr marL="1113215" algn="ctr" defTabSz="5341894" rtl="0" eaLnBrk="0" fontAlgn="base" hangingPunct="0">
        <a:spcBef>
          <a:spcPct val="0"/>
        </a:spcBef>
        <a:spcAft>
          <a:spcPct val="0"/>
        </a:spcAft>
        <a:defRPr sz="25569">
          <a:solidFill>
            <a:schemeClr val="tx2"/>
          </a:solidFill>
          <a:latin typeface="Times New Roman" pitchFamily="18" charset="0"/>
        </a:defRPr>
      </a:lvl7pPr>
      <a:lvl8pPr marL="1669826" algn="ctr" defTabSz="5341894" rtl="0" eaLnBrk="0" fontAlgn="base" hangingPunct="0">
        <a:spcBef>
          <a:spcPct val="0"/>
        </a:spcBef>
        <a:spcAft>
          <a:spcPct val="0"/>
        </a:spcAft>
        <a:defRPr sz="25569">
          <a:solidFill>
            <a:schemeClr val="tx2"/>
          </a:solidFill>
          <a:latin typeface="Times New Roman" pitchFamily="18" charset="0"/>
        </a:defRPr>
      </a:lvl8pPr>
      <a:lvl9pPr marL="2226434" algn="ctr" defTabSz="5341894" rtl="0" eaLnBrk="0" fontAlgn="base" hangingPunct="0">
        <a:spcBef>
          <a:spcPct val="0"/>
        </a:spcBef>
        <a:spcAft>
          <a:spcPct val="0"/>
        </a:spcAft>
        <a:defRPr sz="25569">
          <a:solidFill>
            <a:schemeClr val="tx2"/>
          </a:solidFill>
          <a:latin typeface="Times New Roman" pitchFamily="18" charset="0"/>
        </a:defRPr>
      </a:lvl9pPr>
    </p:titleStyle>
    <p:bodyStyle>
      <a:lvl1pPr marL="2006107" indent="-2006107" algn="l" defTabSz="5341894" rtl="0" eaLnBrk="0" fontAlgn="base" hangingPunct="0">
        <a:spcBef>
          <a:spcPct val="20000"/>
        </a:spcBef>
        <a:spcAft>
          <a:spcPct val="0"/>
        </a:spcAft>
        <a:buChar char="•"/>
        <a:defRPr sz="18629">
          <a:solidFill>
            <a:schemeClr val="tx1"/>
          </a:solidFill>
          <a:latin typeface="+mn-lt"/>
          <a:ea typeface="+mn-ea"/>
          <a:cs typeface="+mn-cs"/>
        </a:defRPr>
      </a:lvl1pPr>
      <a:lvl2pPr marL="4340775" indent="-1667895" algn="l" defTabSz="5341894" rtl="0" eaLnBrk="0" fontAlgn="base" hangingPunct="0">
        <a:spcBef>
          <a:spcPct val="20000"/>
        </a:spcBef>
        <a:spcAft>
          <a:spcPct val="0"/>
        </a:spcAft>
        <a:buChar char="–"/>
        <a:defRPr sz="16194">
          <a:solidFill>
            <a:schemeClr val="tx1"/>
          </a:solidFill>
          <a:latin typeface="+mn-lt"/>
        </a:defRPr>
      </a:lvl2pPr>
      <a:lvl3pPr marL="6679303" indent="-1337407" algn="l" defTabSz="5341894" rtl="0" eaLnBrk="0" fontAlgn="base" hangingPunct="0">
        <a:spcBef>
          <a:spcPct val="20000"/>
        </a:spcBef>
        <a:spcAft>
          <a:spcPct val="0"/>
        </a:spcAft>
        <a:buChar char="•"/>
        <a:defRPr sz="14125">
          <a:solidFill>
            <a:schemeClr val="tx1"/>
          </a:solidFill>
          <a:latin typeface="+mn-lt"/>
        </a:defRPr>
      </a:lvl3pPr>
      <a:lvl4pPr marL="9348322" indent="-1331607" algn="l" defTabSz="5341894" rtl="0" eaLnBrk="0" fontAlgn="base" hangingPunct="0">
        <a:spcBef>
          <a:spcPct val="20000"/>
        </a:spcBef>
        <a:spcAft>
          <a:spcPct val="0"/>
        </a:spcAft>
        <a:buChar char="–"/>
        <a:defRPr sz="11687">
          <a:solidFill>
            <a:schemeClr val="tx1"/>
          </a:solidFill>
          <a:latin typeface="+mn-lt"/>
        </a:defRPr>
      </a:lvl4pPr>
      <a:lvl5pPr marL="12023134" indent="-1337407" algn="l" defTabSz="5341894" rtl="0" eaLnBrk="0" fontAlgn="base" hangingPunct="0">
        <a:spcBef>
          <a:spcPct val="20000"/>
        </a:spcBef>
        <a:spcAft>
          <a:spcPct val="0"/>
        </a:spcAft>
        <a:buChar char="»"/>
        <a:defRPr sz="11687">
          <a:solidFill>
            <a:schemeClr val="tx1"/>
          </a:solidFill>
          <a:latin typeface="+mn-lt"/>
        </a:defRPr>
      </a:lvl5pPr>
      <a:lvl6pPr marL="12579739" indent="-1337407" algn="l" defTabSz="5341894" rtl="0" eaLnBrk="0" fontAlgn="base" hangingPunct="0">
        <a:spcBef>
          <a:spcPct val="20000"/>
        </a:spcBef>
        <a:spcAft>
          <a:spcPct val="0"/>
        </a:spcAft>
        <a:buChar char="»"/>
        <a:defRPr sz="11687">
          <a:solidFill>
            <a:schemeClr val="tx1"/>
          </a:solidFill>
          <a:latin typeface="+mn-lt"/>
        </a:defRPr>
      </a:lvl6pPr>
      <a:lvl7pPr marL="13136351" indent="-1337407" algn="l" defTabSz="5341894" rtl="0" eaLnBrk="0" fontAlgn="base" hangingPunct="0">
        <a:spcBef>
          <a:spcPct val="20000"/>
        </a:spcBef>
        <a:spcAft>
          <a:spcPct val="0"/>
        </a:spcAft>
        <a:buChar char="»"/>
        <a:defRPr sz="11687">
          <a:solidFill>
            <a:schemeClr val="tx1"/>
          </a:solidFill>
          <a:latin typeface="+mn-lt"/>
        </a:defRPr>
      </a:lvl7pPr>
      <a:lvl8pPr marL="13692959" indent="-1337407" algn="l" defTabSz="5341894" rtl="0" eaLnBrk="0" fontAlgn="base" hangingPunct="0">
        <a:spcBef>
          <a:spcPct val="20000"/>
        </a:spcBef>
        <a:spcAft>
          <a:spcPct val="0"/>
        </a:spcAft>
        <a:buChar char="»"/>
        <a:defRPr sz="11687">
          <a:solidFill>
            <a:schemeClr val="tx1"/>
          </a:solidFill>
          <a:latin typeface="+mn-lt"/>
        </a:defRPr>
      </a:lvl8pPr>
      <a:lvl9pPr marL="14249565" indent="-1337407" algn="l" defTabSz="5341894" rtl="0" eaLnBrk="0" fontAlgn="base" hangingPunct="0">
        <a:spcBef>
          <a:spcPct val="20000"/>
        </a:spcBef>
        <a:spcAft>
          <a:spcPct val="0"/>
        </a:spcAft>
        <a:buChar char="»"/>
        <a:defRPr sz="11687">
          <a:solidFill>
            <a:schemeClr val="tx1"/>
          </a:solidFill>
          <a:latin typeface="+mn-lt"/>
        </a:defRPr>
      </a:lvl9pPr>
    </p:bodyStyle>
    <p:otherStyle>
      <a:defPPr>
        <a:defRPr lang="en-US"/>
      </a:defPPr>
      <a:lvl1pPr marL="0" algn="l" defTabSz="1113215" rtl="0" eaLnBrk="1" latinLnBrk="0" hangingPunct="1">
        <a:defRPr sz="2190" kern="1200">
          <a:solidFill>
            <a:schemeClr val="tx1"/>
          </a:solidFill>
          <a:latin typeface="+mn-lt"/>
          <a:ea typeface="+mn-ea"/>
          <a:cs typeface="+mn-cs"/>
        </a:defRPr>
      </a:lvl1pPr>
      <a:lvl2pPr marL="556608" algn="l" defTabSz="1113215" rtl="0" eaLnBrk="1" latinLnBrk="0" hangingPunct="1">
        <a:defRPr sz="2190" kern="1200">
          <a:solidFill>
            <a:schemeClr val="tx1"/>
          </a:solidFill>
          <a:latin typeface="+mn-lt"/>
          <a:ea typeface="+mn-ea"/>
          <a:cs typeface="+mn-cs"/>
        </a:defRPr>
      </a:lvl2pPr>
      <a:lvl3pPr marL="1113215" algn="l" defTabSz="1113215" rtl="0" eaLnBrk="1" latinLnBrk="0" hangingPunct="1">
        <a:defRPr sz="2190" kern="1200">
          <a:solidFill>
            <a:schemeClr val="tx1"/>
          </a:solidFill>
          <a:latin typeface="+mn-lt"/>
          <a:ea typeface="+mn-ea"/>
          <a:cs typeface="+mn-cs"/>
        </a:defRPr>
      </a:lvl3pPr>
      <a:lvl4pPr marL="1669826" algn="l" defTabSz="1113215" rtl="0" eaLnBrk="1" latinLnBrk="0" hangingPunct="1">
        <a:defRPr sz="2190" kern="1200">
          <a:solidFill>
            <a:schemeClr val="tx1"/>
          </a:solidFill>
          <a:latin typeface="+mn-lt"/>
          <a:ea typeface="+mn-ea"/>
          <a:cs typeface="+mn-cs"/>
        </a:defRPr>
      </a:lvl4pPr>
      <a:lvl5pPr marL="2226434" algn="l" defTabSz="1113215" rtl="0" eaLnBrk="1" latinLnBrk="0" hangingPunct="1">
        <a:defRPr sz="2190" kern="1200">
          <a:solidFill>
            <a:schemeClr val="tx1"/>
          </a:solidFill>
          <a:latin typeface="+mn-lt"/>
          <a:ea typeface="+mn-ea"/>
          <a:cs typeface="+mn-cs"/>
        </a:defRPr>
      </a:lvl5pPr>
      <a:lvl6pPr marL="2783044" algn="l" defTabSz="1113215" rtl="0" eaLnBrk="1" latinLnBrk="0" hangingPunct="1">
        <a:defRPr sz="2190" kern="1200">
          <a:solidFill>
            <a:schemeClr val="tx1"/>
          </a:solidFill>
          <a:latin typeface="+mn-lt"/>
          <a:ea typeface="+mn-ea"/>
          <a:cs typeface="+mn-cs"/>
        </a:defRPr>
      </a:lvl6pPr>
      <a:lvl7pPr marL="3339653" algn="l" defTabSz="1113215" rtl="0" eaLnBrk="1" latinLnBrk="0" hangingPunct="1">
        <a:defRPr sz="2190" kern="1200">
          <a:solidFill>
            <a:schemeClr val="tx1"/>
          </a:solidFill>
          <a:latin typeface="+mn-lt"/>
          <a:ea typeface="+mn-ea"/>
          <a:cs typeface="+mn-cs"/>
        </a:defRPr>
      </a:lvl7pPr>
      <a:lvl8pPr marL="3896260" algn="l" defTabSz="1113215" rtl="0" eaLnBrk="1" latinLnBrk="0" hangingPunct="1">
        <a:defRPr sz="2190" kern="1200">
          <a:solidFill>
            <a:schemeClr val="tx1"/>
          </a:solidFill>
          <a:latin typeface="+mn-lt"/>
          <a:ea typeface="+mn-ea"/>
          <a:cs typeface="+mn-cs"/>
        </a:defRPr>
      </a:lvl8pPr>
      <a:lvl9pPr marL="4452869" algn="l" defTabSz="1113215" rtl="0" eaLnBrk="1" latinLnBrk="0" hangingPunct="1">
        <a:defRPr sz="21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Text Box 15"/>
          <p:cNvSpPr txBox="1">
            <a:spLocks noChangeArrowheads="1"/>
          </p:cNvSpPr>
          <p:nvPr/>
        </p:nvSpPr>
        <p:spPr bwMode="auto">
          <a:xfrm>
            <a:off x="811035" y="6931812"/>
            <a:ext cx="11704320" cy="1371600"/>
          </a:xfrm>
          <a:prstGeom prst="rect">
            <a:avLst/>
          </a:prstGeom>
          <a:solidFill>
            <a:srgbClr val="FFC629"/>
          </a:solidFill>
          <a:ln>
            <a:noFill/>
          </a:ln>
        </p:spPr>
        <p:txBody>
          <a:bodyPr wrap="square" lIns="275013" tIns="137505" rIns="275013" bIns="137505"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7181" dirty="0">
                <a:latin typeface="Calibri"/>
                <a:cs typeface="Calibri"/>
              </a:rPr>
              <a:t>Introduction</a:t>
            </a:r>
          </a:p>
        </p:txBody>
      </p:sp>
      <p:sp>
        <p:nvSpPr>
          <p:cNvPr id="1033" name="Rectangle 51"/>
          <p:cNvSpPr>
            <a:spLocks noChangeArrowheads="1"/>
          </p:cNvSpPr>
          <p:nvPr/>
        </p:nvSpPr>
        <p:spPr bwMode="auto">
          <a:xfrm>
            <a:off x="2141997247" y="2147483647"/>
            <a:ext cx="2147483647" cy="172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75013" tIns="137505" rIns="275013" bIns="137505">
            <a:spAutoFit/>
          </a:bodyPr>
          <a:lstStyle/>
          <a:p>
            <a:pPr algn="l" defTabSz="2750188">
              <a:lnSpc>
                <a:spcPct val="100000"/>
              </a:lnSpc>
              <a:spcBef>
                <a:spcPct val="0"/>
              </a:spcBef>
            </a:pPr>
            <a:r>
              <a:rPr lang="en-US" sz="9375" b="0"/>
              <a:t> </a:t>
            </a:r>
            <a:endParaRPr lang="en-US" sz="7181" b="0"/>
          </a:p>
        </p:txBody>
      </p:sp>
      <p:sp>
        <p:nvSpPr>
          <p:cNvPr id="1037" name="Rectangle 90"/>
          <p:cNvSpPr>
            <a:spLocks noChangeArrowheads="1"/>
          </p:cNvSpPr>
          <p:nvPr/>
        </p:nvSpPr>
        <p:spPr bwMode="auto">
          <a:xfrm>
            <a:off x="7330966" y="1043692"/>
            <a:ext cx="23742869" cy="2579864"/>
          </a:xfrm>
          <a:prstGeom prst="rect">
            <a:avLst/>
          </a:prstGeom>
          <a:solidFill>
            <a:schemeClr val="bg1"/>
          </a:solidFill>
          <a:ln>
            <a:solidFill>
              <a:srgbClr val="FFC629"/>
            </a:solidFill>
          </a:ln>
        </p:spPr>
        <p:txBody>
          <a:bodyPr wrap="square" lIns="275013" tIns="137505" rIns="275013" bIns="137505" anchor="t">
            <a:spAutoFit/>
          </a:bodyPr>
          <a:lstStyle/>
          <a:p>
            <a:pPr>
              <a:lnSpc>
                <a:spcPct val="85000"/>
              </a:lnSpc>
            </a:pPr>
            <a:r>
              <a:rPr lang="en-US" sz="8800" b="0" dirty="0"/>
              <a:t>Modeling Monthly MTA Major Incidents Using Weather and Subway Ridership</a:t>
            </a:r>
          </a:p>
        </p:txBody>
      </p:sp>
      <p:sp>
        <p:nvSpPr>
          <p:cNvPr id="1027" name="Text Box 3"/>
          <p:cNvSpPr txBox="1">
            <a:spLocks noChangeArrowheads="1"/>
          </p:cNvSpPr>
          <p:nvPr/>
        </p:nvSpPr>
        <p:spPr bwMode="auto">
          <a:xfrm>
            <a:off x="1305575" y="3675311"/>
            <a:ext cx="35793651" cy="257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275013" tIns="137505" rIns="275013" bIns="137505"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5966" dirty="0">
                <a:latin typeface="Calibri"/>
                <a:cs typeface="Calibri"/>
              </a:rPr>
              <a:t>Andrew Chincea</a:t>
            </a:r>
          </a:p>
          <a:p>
            <a:pPr>
              <a:lnSpc>
                <a:spcPct val="100000"/>
              </a:lnSpc>
            </a:pPr>
            <a:r>
              <a:rPr lang="en-US" sz="5966" dirty="0">
                <a:latin typeface="Calibri"/>
                <a:cs typeface="Calibri"/>
              </a:rPr>
              <a:t>School of Data Science and Analytics</a:t>
            </a:r>
          </a:p>
        </p:txBody>
      </p:sp>
      <p:sp>
        <p:nvSpPr>
          <p:cNvPr id="2" name="Text Box 15">
            <a:extLst>
              <a:ext uri="{FF2B5EF4-FFF2-40B4-BE49-F238E27FC236}">
                <a16:creationId xmlns:a16="http://schemas.microsoft.com/office/drawing/2014/main" id="{763CC584-F4A9-245F-8D7F-CEA9E4366E3D}"/>
              </a:ext>
            </a:extLst>
          </p:cNvPr>
          <p:cNvSpPr txBox="1">
            <a:spLocks noChangeArrowheads="1"/>
          </p:cNvSpPr>
          <p:nvPr/>
        </p:nvSpPr>
        <p:spPr bwMode="auto">
          <a:xfrm>
            <a:off x="25675521" y="6935566"/>
            <a:ext cx="11704320" cy="1371600"/>
          </a:xfrm>
          <a:prstGeom prst="rect">
            <a:avLst/>
          </a:prstGeom>
          <a:solidFill>
            <a:srgbClr val="FFC629"/>
          </a:solidFill>
          <a:ln>
            <a:noFill/>
          </a:ln>
        </p:spPr>
        <p:txBody>
          <a:bodyPr wrap="square" lIns="275013" tIns="137505" rIns="275013" bIns="137505"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7181">
                <a:latin typeface="Calibri"/>
                <a:cs typeface="Calibri"/>
              </a:rPr>
              <a:t>Conclusion</a:t>
            </a:r>
          </a:p>
        </p:txBody>
      </p:sp>
      <p:sp>
        <p:nvSpPr>
          <p:cNvPr id="1028" name="Text Box 6"/>
          <p:cNvSpPr txBox="1">
            <a:spLocks noChangeArrowheads="1"/>
          </p:cNvSpPr>
          <p:nvPr/>
        </p:nvSpPr>
        <p:spPr bwMode="auto">
          <a:xfrm>
            <a:off x="25675521" y="27702945"/>
            <a:ext cx="11704320" cy="1371600"/>
          </a:xfrm>
          <a:prstGeom prst="rect">
            <a:avLst/>
          </a:prstGeom>
          <a:solidFill>
            <a:srgbClr val="FFC629"/>
          </a:solidFill>
          <a:ln>
            <a:noFill/>
          </a:ln>
        </p:spPr>
        <p:txBody>
          <a:bodyPr wrap="square" lIns="275013" tIns="137505" rIns="275013" bIns="137505"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7181" dirty="0">
                <a:solidFill>
                  <a:srgbClr val="000000"/>
                </a:solidFill>
                <a:latin typeface="Calibri"/>
                <a:cs typeface="Times New Roman"/>
              </a:rPr>
              <a:t>References</a:t>
            </a:r>
          </a:p>
        </p:txBody>
      </p:sp>
      <mc:AlternateContent xmlns:mc="http://schemas.openxmlformats.org/markup-compatibility/2006">
        <mc:Choice xmlns:a14="http://schemas.microsoft.com/office/drawing/2010/main" Requires="a14">
          <p:sp>
            <p:nvSpPr>
              <p:cNvPr id="1029" name="Text Box 9"/>
              <p:cNvSpPr txBox="1">
                <a:spLocks noChangeArrowheads="1"/>
              </p:cNvSpPr>
              <p:nvPr/>
            </p:nvSpPr>
            <p:spPr bwMode="auto">
              <a:xfrm>
                <a:off x="13350240" y="8679862"/>
                <a:ext cx="11704320" cy="925707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275013" tIns="137505" rIns="275013" bIns="137505" anchor="t">
                <a:spAutoFit/>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pPr algn="l">
                  <a:lnSpc>
                    <a:spcPct val="100000"/>
                  </a:lnSpc>
                </a:pPr>
                <a:r>
                  <a:rPr lang="en-US" sz="3890" b="0" dirty="0">
                    <a:latin typeface="Calibri" panose="020F0502020204030204" pitchFamily="34" charset="0"/>
                    <a:cs typeface="Calibri" panose="020F0502020204030204" pitchFamily="34" charset="0"/>
                  </a:rPr>
                  <a:t>Snowfall was the only consistently significant weather variable in the initial models. However, weather-only models had low explanatory power, with </a:t>
                </a:r>
                <a14:m>
                  <m:oMath xmlns:m="http://schemas.openxmlformats.org/officeDocument/2006/math">
                    <m:sSup>
                      <m:sSupPr>
                        <m:ctrlPr>
                          <a:rPr lang="ar-AE" sz="3890" b="0"/>
                        </m:ctrlPr>
                      </m:sSupPr>
                      <m:e>
                        <m:r>
                          <a:rPr lang="ar-AE" sz="3890" b="0" i="1"/>
                          <m:t>𝑅</m:t>
                        </m:r>
                      </m:e>
                      <m:sup>
                        <m:r>
                          <a:rPr lang="ar-AE" sz="3890" b="0" i="1"/>
                          <m:t>2</m:t>
                        </m:r>
                      </m:sup>
                    </m:sSup>
                    <m:r>
                      <a:rPr lang="ar-AE" sz="3890" b="0"/>
                      <m:t>≈</m:t>
                    </m:r>
                    <m:r>
                      <a:rPr lang="ar-AE" sz="3890" b="0" i="1"/>
                      <m:t>0</m:t>
                    </m:r>
                    <m:r>
                      <a:rPr lang="ar-AE" sz="3890" b="0"/>
                      <m:t>.</m:t>
                    </m:r>
                    <m:r>
                      <a:rPr lang="ar-AE" sz="3890" b="0" i="1"/>
                      <m:t>08</m:t>
                    </m:r>
                  </m:oMath>
                </a14:m>
                <a:r>
                  <a:rPr lang="ar-AE" sz="3890" b="0" dirty="0">
                    <a:latin typeface="Calibri" panose="020F0502020204030204" pitchFamily="34" charset="0"/>
                    <a:cs typeface="Calibri" panose="020F0502020204030204" pitchFamily="34" charset="0"/>
                  </a:rPr>
                  <a:t>, </a:t>
                </a:r>
                <a:r>
                  <a:rPr lang="en-US" sz="3890" b="0" dirty="0">
                    <a:latin typeface="Calibri" panose="020F0502020204030204" pitchFamily="34" charset="0"/>
                    <a:cs typeface="Calibri" panose="020F0502020204030204" pitchFamily="34" charset="0"/>
                  </a:rPr>
                  <a:t>indicating that weather alone explains very little variation in incidents.</a:t>
                </a:r>
              </a:p>
              <a:p>
                <a:pPr algn="l">
                  <a:lnSpc>
                    <a:spcPct val="100000"/>
                  </a:lnSpc>
                </a:pPr>
                <a:r>
                  <a:rPr lang="en-US" sz="3890" b="0" dirty="0">
                    <a:latin typeface="Calibri" panose="020F0502020204030204" pitchFamily="34" charset="0"/>
                    <a:cs typeface="Calibri" panose="020F0502020204030204" pitchFamily="34" charset="0"/>
                  </a:rPr>
                  <a:t>After adding subway ridership, model performance improved substantially:</a:t>
                </a:r>
              </a:p>
              <a:p>
                <a:pPr algn="l">
                  <a:lnSpc>
                    <a:spcPct val="100000"/>
                  </a:lnSpc>
                </a:pPr>
                <a:r>
                  <a:rPr lang="en-US" sz="3890" dirty="0">
                    <a:latin typeface="Calibri" panose="020F0502020204030204" pitchFamily="34" charset="0"/>
                    <a:cs typeface="Calibri" panose="020F0502020204030204" pitchFamily="34" charset="0"/>
                  </a:rPr>
                  <a:t>Final model </a:t>
                </a:r>
                <a14:m>
                  <m:oMath xmlns:m="http://schemas.openxmlformats.org/officeDocument/2006/math">
                    <m:sSup>
                      <m:sSupPr>
                        <m:ctrlPr>
                          <a:rPr lang="ar-AE" sz="3890"/>
                        </m:ctrlPr>
                      </m:sSupPr>
                      <m:e>
                        <m:r>
                          <a:rPr lang="ar-AE" sz="3890" i="1"/>
                          <m:t>𝑅</m:t>
                        </m:r>
                      </m:e>
                      <m:sup>
                        <m:r>
                          <a:rPr lang="ar-AE" sz="3890"/>
                          <m:t>2</m:t>
                        </m:r>
                      </m:sup>
                    </m:sSup>
                    <m:r>
                      <a:rPr lang="ar-AE" sz="3890"/>
                      <m:t>≈0.54</m:t>
                    </m:r>
                  </m:oMath>
                </a14:m>
                <a:endParaRPr lang="en-US" sz="3890" dirty="0">
                  <a:latin typeface="Calibri" panose="020F0502020204030204" pitchFamily="34" charset="0"/>
                  <a:cs typeface="Calibri" panose="020F0502020204030204" pitchFamily="34" charset="0"/>
                </a:endParaRPr>
              </a:p>
              <a:p>
                <a:pPr algn="l">
                  <a:lnSpc>
                    <a:spcPct val="100000"/>
                  </a:lnSpc>
                </a:pPr>
                <a:r>
                  <a:rPr lang="en-US" sz="3890" b="0" dirty="0">
                    <a:latin typeface="Calibri" panose="020F0502020204030204" pitchFamily="34" charset="0"/>
                    <a:cs typeface="Calibri" panose="020F0502020204030204" pitchFamily="34" charset="0"/>
                  </a:rPr>
                  <a:t>Large improvement in explanatory power</a:t>
                </a:r>
              </a:p>
              <a:p>
                <a:pPr algn="l">
                  <a:lnSpc>
                    <a:spcPct val="100000"/>
                  </a:lnSpc>
                </a:pPr>
                <a:r>
                  <a:rPr lang="en-US" sz="3890" b="0" dirty="0">
                    <a:latin typeface="Calibri" panose="020F0502020204030204" pitchFamily="34" charset="0"/>
                    <a:cs typeface="Calibri" panose="020F0502020204030204" pitchFamily="34" charset="0"/>
                  </a:rPr>
                  <a:t>Both snowfall and ridership are statistically significant</a:t>
                </a:r>
              </a:p>
              <a:p>
                <a:pPr algn="l">
                  <a:lnSpc>
                    <a:spcPct val="100000"/>
                  </a:lnSpc>
                </a:pPr>
                <a:r>
                  <a:rPr lang="en-US" sz="3890" b="0" dirty="0">
                    <a:latin typeface="Calibri" panose="020F0502020204030204" pitchFamily="34" charset="0"/>
                    <a:cs typeface="Calibri" panose="020F0502020204030204" pitchFamily="34" charset="0"/>
                  </a:rPr>
                  <a:t>AIC improved from 434.3 to 392.1.</a:t>
                </a:r>
              </a:p>
              <a:p>
                <a:pPr algn="l">
                  <a:lnSpc>
                    <a:spcPct val="100000"/>
                  </a:lnSpc>
                </a:pPr>
                <a:endParaRPr lang="en-US" sz="3890" b="0" dirty="0">
                  <a:latin typeface="Calibri" panose="020F0502020204030204" pitchFamily="34" charset="0"/>
                  <a:cs typeface="Calibri" panose="020F0502020204030204" pitchFamily="34" charset="0"/>
                </a:endParaRPr>
              </a:p>
            </p:txBody>
          </p:sp>
        </mc:Choice>
        <mc:Fallback>
          <p:sp>
            <p:nvSpPr>
              <p:cNvPr id="1029" name="Text Box 9"/>
              <p:cNvSpPr txBox="1">
                <a:spLocks noRot="1" noChangeAspect="1" noMove="1" noResize="1" noEditPoints="1" noAdjustHandles="1" noChangeArrowheads="1" noChangeShapeType="1" noTextEdit="1"/>
              </p:cNvSpPr>
              <p:nvPr/>
            </p:nvSpPr>
            <p:spPr bwMode="auto">
              <a:xfrm>
                <a:off x="13350240" y="8679862"/>
                <a:ext cx="11704320" cy="9257077"/>
              </a:xfrm>
              <a:prstGeom prst="rect">
                <a:avLst/>
              </a:prstGeom>
              <a:blipFill>
                <a:blip r:embed="rId3"/>
                <a:stretch>
                  <a:fillRect l="-217" t="-1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030" name="Text Box 12"/>
          <p:cNvSpPr txBox="1">
            <a:spLocks noChangeArrowheads="1"/>
          </p:cNvSpPr>
          <p:nvPr/>
        </p:nvSpPr>
        <p:spPr bwMode="auto">
          <a:xfrm>
            <a:off x="13350240" y="6931812"/>
            <a:ext cx="11704320" cy="1371600"/>
          </a:xfrm>
          <a:prstGeom prst="rect">
            <a:avLst/>
          </a:prstGeom>
          <a:solidFill>
            <a:srgbClr val="FFC629"/>
          </a:solidFill>
          <a:ln>
            <a:noFill/>
          </a:ln>
        </p:spPr>
        <p:txBody>
          <a:bodyPr wrap="square" lIns="275013" tIns="137505" rIns="275013" bIns="137505"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7181">
                <a:latin typeface="Calibri"/>
                <a:cs typeface="Times New Roman"/>
              </a:rPr>
              <a:t>Results</a:t>
            </a:r>
            <a:endParaRPr lang="en-US" sz="7181">
              <a:solidFill>
                <a:schemeClr val="bg1"/>
              </a:solidFill>
              <a:latin typeface="Calibri"/>
              <a:cs typeface="Calibri"/>
            </a:endParaRPr>
          </a:p>
        </p:txBody>
      </p:sp>
      <p:sp>
        <p:nvSpPr>
          <p:cNvPr id="1032" name="Text Box 18"/>
          <p:cNvSpPr txBox="1">
            <a:spLocks noChangeArrowheads="1"/>
          </p:cNvSpPr>
          <p:nvPr/>
        </p:nvSpPr>
        <p:spPr bwMode="auto">
          <a:xfrm>
            <a:off x="811035" y="14954202"/>
            <a:ext cx="11704320" cy="1371600"/>
          </a:xfrm>
          <a:prstGeom prst="rect">
            <a:avLst/>
          </a:prstGeom>
          <a:solidFill>
            <a:srgbClr val="FFC629"/>
          </a:solidFill>
          <a:ln>
            <a:noFill/>
          </a:ln>
        </p:spPr>
        <p:txBody>
          <a:bodyPr wrap="square" lIns="275013" tIns="137505" rIns="275013" bIns="137505"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7181" dirty="0">
                <a:latin typeface="Calibri"/>
                <a:cs typeface="Times New Roman"/>
              </a:rPr>
              <a:t>Method</a:t>
            </a:r>
            <a:endParaRPr lang="en-US" sz="7181" dirty="0">
              <a:cs typeface="Times New Roman"/>
            </a:endParaRPr>
          </a:p>
        </p:txBody>
      </p:sp>
      <p:sp>
        <p:nvSpPr>
          <p:cNvPr id="17" name="Text Box 9">
            <a:extLst>
              <a:ext uri="{FF2B5EF4-FFF2-40B4-BE49-F238E27FC236}">
                <a16:creationId xmlns:a16="http://schemas.microsoft.com/office/drawing/2014/main" id="{DFE62941-4E89-29CF-A12A-9FEE39FF9323}"/>
              </a:ext>
            </a:extLst>
          </p:cNvPr>
          <p:cNvSpPr txBox="1">
            <a:spLocks noChangeArrowheads="1"/>
          </p:cNvSpPr>
          <p:nvPr/>
        </p:nvSpPr>
        <p:spPr bwMode="auto">
          <a:xfrm>
            <a:off x="25675521" y="29171189"/>
            <a:ext cx="11704320" cy="713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275013" tIns="137505" rIns="275013" bIns="137505" anchor="t">
            <a:spAutoFit/>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pPr algn="l"/>
            <a:r>
              <a:rPr lang="en-US" sz="3890" b="0" dirty="0">
                <a:latin typeface="Calibri" panose="020F0502020204030204" pitchFamily="34" charset="0"/>
                <a:cs typeface="Calibri" panose="020F0502020204030204" pitchFamily="34" charset="0"/>
              </a:rPr>
              <a:t>Data Sources: MTA, NOAA</a:t>
            </a:r>
          </a:p>
        </p:txBody>
      </p:sp>
      <p:sp>
        <p:nvSpPr>
          <p:cNvPr id="6" name="Text Box 6">
            <a:extLst>
              <a:ext uri="{FF2B5EF4-FFF2-40B4-BE49-F238E27FC236}">
                <a16:creationId xmlns:a16="http://schemas.microsoft.com/office/drawing/2014/main" id="{C4C558F9-9AA5-A667-E67A-8329C04AB7A1}"/>
              </a:ext>
            </a:extLst>
          </p:cNvPr>
          <p:cNvSpPr txBox="1">
            <a:spLocks noChangeArrowheads="1"/>
          </p:cNvSpPr>
          <p:nvPr/>
        </p:nvSpPr>
        <p:spPr bwMode="auto">
          <a:xfrm>
            <a:off x="25675521" y="30072410"/>
            <a:ext cx="11704320" cy="1371600"/>
          </a:xfrm>
          <a:prstGeom prst="rect">
            <a:avLst/>
          </a:prstGeom>
          <a:solidFill>
            <a:srgbClr val="FFC629"/>
          </a:solidFill>
          <a:ln>
            <a:noFill/>
          </a:ln>
        </p:spPr>
        <p:txBody>
          <a:bodyPr wrap="square" lIns="275013" tIns="137505" rIns="275013" bIns="137505"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7181" dirty="0">
                <a:latin typeface="Calibri"/>
                <a:cs typeface="Times New Roman"/>
              </a:rPr>
              <a:t>Acknowledgments</a:t>
            </a:r>
            <a:endParaRPr lang="en-US" sz="6574" dirty="0">
              <a:latin typeface="Calibri"/>
              <a:cs typeface="Calibri"/>
            </a:endParaRPr>
          </a:p>
        </p:txBody>
      </p:sp>
      <p:sp>
        <p:nvSpPr>
          <p:cNvPr id="8" name="Text Box 9">
            <a:extLst>
              <a:ext uri="{FF2B5EF4-FFF2-40B4-BE49-F238E27FC236}">
                <a16:creationId xmlns:a16="http://schemas.microsoft.com/office/drawing/2014/main" id="{3E70852B-EB27-6E02-79E2-07FF963BCB53}"/>
              </a:ext>
            </a:extLst>
          </p:cNvPr>
          <p:cNvSpPr txBox="1">
            <a:spLocks noChangeArrowheads="1"/>
          </p:cNvSpPr>
          <p:nvPr/>
        </p:nvSpPr>
        <p:spPr bwMode="auto">
          <a:xfrm>
            <a:off x="811035" y="16818535"/>
            <a:ext cx="11704320" cy="776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275013" tIns="137505" rIns="275013" bIns="137505" anchor="t">
            <a:spAutoFit/>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pPr marL="571500" indent="-571500" algn="l">
              <a:lnSpc>
                <a:spcPct val="100000"/>
              </a:lnSpc>
              <a:buFont typeface="Arial" panose="020B0604020202020204" pitchFamily="34" charset="0"/>
              <a:buChar char="•"/>
            </a:pPr>
            <a:r>
              <a:rPr lang="en-US" sz="3890" b="0" dirty="0">
                <a:latin typeface="Calibri" panose="020F0502020204030204" pitchFamily="34" charset="0"/>
                <a:cs typeface="Calibri" panose="020F0502020204030204" pitchFamily="34" charset="0"/>
              </a:rPr>
              <a:t>Combined MTA incident data from 2015–2024</a:t>
            </a:r>
          </a:p>
          <a:p>
            <a:pPr marL="571500" indent="-571500" algn="l">
              <a:lnSpc>
                <a:spcPct val="100000"/>
              </a:lnSpc>
              <a:buFont typeface="Arial" panose="020B0604020202020204" pitchFamily="34" charset="0"/>
              <a:buChar char="•"/>
            </a:pPr>
            <a:r>
              <a:rPr lang="en-US" sz="3890" b="0" dirty="0">
                <a:latin typeface="Calibri" panose="020F0502020204030204" pitchFamily="34" charset="0"/>
                <a:cs typeface="Calibri" panose="020F0502020204030204" pitchFamily="34" charset="0"/>
              </a:rPr>
              <a:t>Aggregated incidents to monthly totals</a:t>
            </a:r>
          </a:p>
          <a:p>
            <a:pPr marL="571500" indent="-571500" algn="l">
              <a:lnSpc>
                <a:spcPct val="100000"/>
              </a:lnSpc>
              <a:buFont typeface="Arial" panose="020B0604020202020204" pitchFamily="34" charset="0"/>
              <a:buChar char="•"/>
            </a:pPr>
            <a:r>
              <a:rPr lang="en-US" sz="3890" b="0" dirty="0">
                <a:latin typeface="Calibri" panose="020F0502020204030204" pitchFamily="34" charset="0"/>
                <a:cs typeface="Calibri" panose="020F0502020204030204" pitchFamily="34" charset="0"/>
              </a:rPr>
              <a:t>Collected NOAA NYC weather data and aggregated monthly</a:t>
            </a:r>
          </a:p>
          <a:p>
            <a:pPr marL="571500" indent="-571500" algn="l">
              <a:lnSpc>
                <a:spcPct val="100000"/>
              </a:lnSpc>
              <a:buFont typeface="Arial" panose="020B0604020202020204" pitchFamily="34" charset="0"/>
              <a:buChar char="•"/>
            </a:pPr>
            <a:r>
              <a:rPr lang="en-US" sz="3890" b="0" dirty="0">
                <a:latin typeface="Calibri" panose="020F0502020204030204" pitchFamily="34" charset="0"/>
                <a:cs typeface="Calibri" panose="020F0502020204030204" pitchFamily="34" charset="0"/>
              </a:rPr>
              <a:t>Created features including snowfall, precipitation, and temperature</a:t>
            </a:r>
          </a:p>
          <a:p>
            <a:pPr marL="571500" indent="-571500" algn="l">
              <a:lnSpc>
                <a:spcPct val="100000"/>
              </a:lnSpc>
              <a:buFont typeface="Arial" panose="020B0604020202020204" pitchFamily="34" charset="0"/>
              <a:buChar char="•"/>
            </a:pPr>
            <a:r>
              <a:rPr lang="en-US" sz="3890" b="0" dirty="0">
                <a:latin typeface="Calibri" panose="020F0502020204030204" pitchFamily="34" charset="0"/>
                <a:cs typeface="Calibri" panose="020F0502020204030204" pitchFamily="34" charset="0"/>
              </a:rPr>
              <a:t>Aggregated subway ridership to monthly totals (2020 onward)</a:t>
            </a:r>
          </a:p>
          <a:p>
            <a:pPr marL="571500" indent="-571500" algn="l">
              <a:lnSpc>
                <a:spcPct val="100000"/>
              </a:lnSpc>
              <a:buFont typeface="Arial" panose="020B0604020202020204" pitchFamily="34" charset="0"/>
              <a:buChar char="•"/>
            </a:pPr>
            <a:r>
              <a:rPr lang="en-US" sz="3890" b="0" dirty="0">
                <a:latin typeface="Calibri" panose="020F0502020204030204" pitchFamily="34" charset="0"/>
                <a:cs typeface="Calibri" panose="020F0502020204030204" pitchFamily="34" charset="0"/>
              </a:rPr>
              <a:t>Built linear regression models to compare performance</a:t>
            </a:r>
          </a:p>
        </p:txBody>
      </p:sp>
      <p:sp>
        <p:nvSpPr>
          <p:cNvPr id="20" name="Text Box 9">
            <a:extLst>
              <a:ext uri="{FF2B5EF4-FFF2-40B4-BE49-F238E27FC236}">
                <a16:creationId xmlns:a16="http://schemas.microsoft.com/office/drawing/2014/main" id="{B3D20211-2736-E814-D76B-9088DE974AEB}"/>
              </a:ext>
            </a:extLst>
          </p:cNvPr>
          <p:cNvSpPr txBox="1">
            <a:spLocks noChangeArrowheads="1"/>
          </p:cNvSpPr>
          <p:nvPr/>
        </p:nvSpPr>
        <p:spPr bwMode="auto">
          <a:xfrm>
            <a:off x="25675521" y="8796145"/>
            <a:ext cx="11704320" cy="5817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275013" tIns="137505" rIns="275013" bIns="137505" anchor="t">
            <a:spAutoFit/>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pPr algn="l">
              <a:lnSpc>
                <a:spcPct val="100000"/>
              </a:lnSpc>
            </a:pPr>
            <a:r>
              <a:rPr lang="en-US" sz="3890" b="0" dirty="0">
                <a:latin typeface="Calibri" panose="020F0502020204030204" pitchFamily="34" charset="0"/>
                <a:cs typeface="Calibri" panose="020F0502020204030204" pitchFamily="34" charset="0"/>
              </a:rPr>
              <a:t>Weather alone explains only a small portion of variation in major incidents, even though snowfall is statistically significant. After incorporating subway ridership, the model improves substantially, showing that system usage is the dominant factor driving incident frequency. These results suggest that while weather contributes to disruptions, overall demand on the transit system plays a much larger role in determining when major incidents occur.</a:t>
            </a:r>
          </a:p>
        </p:txBody>
      </p:sp>
      <p:sp>
        <p:nvSpPr>
          <p:cNvPr id="9" name="Text Box 9">
            <a:extLst>
              <a:ext uri="{FF2B5EF4-FFF2-40B4-BE49-F238E27FC236}">
                <a16:creationId xmlns:a16="http://schemas.microsoft.com/office/drawing/2014/main" id="{1EAD2CBF-B4CD-F218-8561-A682F771C0E9}"/>
              </a:ext>
            </a:extLst>
          </p:cNvPr>
          <p:cNvSpPr txBox="1">
            <a:spLocks noChangeArrowheads="1"/>
          </p:cNvSpPr>
          <p:nvPr/>
        </p:nvSpPr>
        <p:spPr bwMode="auto">
          <a:xfrm>
            <a:off x="811035" y="8796145"/>
            <a:ext cx="11704320" cy="5665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275013" tIns="137505" rIns="275013" bIns="137505" anchor="t">
            <a:spAutoFit/>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pPr algn="l">
              <a:lnSpc>
                <a:spcPct val="100000"/>
              </a:lnSpc>
            </a:pPr>
            <a:r>
              <a:rPr lang="en-US" sz="3890" b="0" dirty="0">
                <a:latin typeface="Calibri" panose="020F0502020204030204" pitchFamily="34" charset="0"/>
                <a:cs typeface="Calibri" panose="020F0502020204030204" pitchFamily="34" charset="0"/>
              </a:rPr>
              <a:t>Major incidents in the New York City subway system are defined as delays affecting 50 or more trains. Understanding what drives these disruptions is important for improving transit reliability and system performance. This project investigates whether weather conditions can explain variation in monthly incident counts and evaluates how much predictive power improves after incorporating subway ridership as a measure of system usage.</a:t>
            </a:r>
          </a:p>
        </p:txBody>
      </p:sp>
      <p:pic>
        <p:nvPicPr>
          <p:cNvPr id="1026" name="Picture 2" descr="KSU master brand Logo">
            <a:extLst>
              <a:ext uri="{FF2B5EF4-FFF2-40B4-BE49-F238E27FC236}">
                <a16:creationId xmlns:a16="http://schemas.microsoft.com/office/drawing/2014/main" id="{24E2BA3A-A21E-8243-3227-89B974A9AB9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655" t="18827" r="71142" b="16897"/>
          <a:stretch/>
        </p:blipFill>
        <p:spPr bwMode="auto">
          <a:xfrm>
            <a:off x="1510526" y="832910"/>
            <a:ext cx="4806841" cy="467740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53311071-0C36-B4B3-E010-A343D07FDB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675521" y="14461469"/>
            <a:ext cx="11704320" cy="8778240"/>
          </a:xfrm>
          <a:prstGeom prst="rect">
            <a:avLst/>
          </a:prstGeom>
        </p:spPr>
      </p:pic>
      <p:pic>
        <p:nvPicPr>
          <p:cNvPr id="21" name="Picture 20">
            <a:extLst>
              <a:ext uri="{FF2B5EF4-FFF2-40B4-BE49-F238E27FC236}">
                <a16:creationId xmlns:a16="http://schemas.microsoft.com/office/drawing/2014/main" id="{64E35B34-5CA2-C5B4-BF56-A46A3B383DC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612289" y="23154546"/>
            <a:ext cx="5813836" cy="4360377"/>
          </a:xfrm>
          <a:prstGeom prst="rect">
            <a:avLst/>
          </a:prstGeom>
        </p:spPr>
      </p:pic>
      <p:pic>
        <p:nvPicPr>
          <p:cNvPr id="23" name="Picture 22">
            <a:extLst>
              <a:ext uri="{FF2B5EF4-FFF2-40B4-BE49-F238E27FC236}">
                <a16:creationId xmlns:a16="http://schemas.microsoft.com/office/drawing/2014/main" id="{58C02015-1586-E2FB-B40F-F7F3288EF7D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1566005" y="23154545"/>
            <a:ext cx="5813836" cy="4360377"/>
          </a:xfrm>
          <a:prstGeom prst="rect">
            <a:avLst/>
          </a:prstGeom>
        </p:spPr>
      </p:pic>
      <p:pic>
        <p:nvPicPr>
          <p:cNvPr id="25" name="Picture 24">
            <a:extLst>
              <a:ext uri="{FF2B5EF4-FFF2-40B4-BE49-F238E27FC236}">
                <a16:creationId xmlns:a16="http://schemas.microsoft.com/office/drawing/2014/main" id="{CD40ACC4-817F-4B5F-3A3F-BF965A33E7B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1035" y="24933728"/>
            <a:ext cx="10646229" cy="7984672"/>
          </a:xfrm>
          <a:prstGeom prst="rect">
            <a:avLst/>
          </a:prstGeom>
        </p:spPr>
      </p:pic>
      <p:pic>
        <p:nvPicPr>
          <p:cNvPr id="28" name="Picture 27">
            <a:extLst>
              <a:ext uri="{FF2B5EF4-FFF2-40B4-BE49-F238E27FC236}">
                <a16:creationId xmlns:a16="http://schemas.microsoft.com/office/drawing/2014/main" id="{FD22D253-F521-2DA2-528C-7961F77D23C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350240" y="24007355"/>
            <a:ext cx="11704320" cy="8778240"/>
          </a:xfrm>
          <a:prstGeom prst="rect">
            <a:avLst/>
          </a:prstGeom>
        </p:spPr>
      </p:pic>
      <p:sp>
        <p:nvSpPr>
          <p:cNvPr id="30" name="TextBox 29">
            <a:extLst>
              <a:ext uri="{FF2B5EF4-FFF2-40B4-BE49-F238E27FC236}">
                <a16:creationId xmlns:a16="http://schemas.microsoft.com/office/drawing/2014/main" id="{787D7539-89C7-B3D2-CE69-A31728671A93}"/>
              </a:ext>
            </a:extLst>
          </p:cNvPr>
          <p:cNvSpPr txBox="1"/>
          <p:nvPr/>
        </p:nvSpPr>
        <p:spPr>
          <a:xfrm>
            <a:off x="25675521" y="31695497"/>
            <a:ext cx="11704320" cy="1294009"/>
          </a:xfrm>
          <a:prstGeom prst="rect">
            <a:avLst/>
          </a:prstGeom>
          <a:noFill/>
        </p:spPr>
        <p:txBody>
          <a:bodyPr wrap="square" rtlCol="0">
            <a:spAutoFit/>
          </a:bodyPr>
          <a:lstStyle/>
          <a:p>
            <a:r>
              <a:rPr lang="en-US" sz="3890" b="0" dirty="0">
                <a:latin typeface="Calibri" panose="020F0502020204030204" pitchFamily="34" charset="0"/>
                <a:cs typeface="Calibri" panose="020F0502020204030204" pitchFamily="34" charset="0"/>
              </a:rPr>
              <a:t>Thanks to Dr. Soni for instruction in data visualization and to the CCSE at Kennesaw State University for their support.</a:t>
            </a:r>
          </a:p>
        </p:txBody>
      </p:sp>
      <p:sp>
        <p:nvSpPr>
          <p:cNvPr id="31" name="Text Box 12">
            <a:extLst>
              <a:ext uri="{FF2B5EF4-FFF2-40B4-BE49-F238E27FC236}">
                <a16:creationId xmlns:a16="http://schemas.microsoft.com/office/drawing/2014/main" id="{06347461-2AE6-D5F0-C1DC-291665C813BB}"/>
              </a:ext>
            </a:extLst>
          </p:cNvPr>
          <p:cNvSpPr txBox="1">
            <a:spLocks noChangeArrowheads="1"/>
          </p:cNvSpPr>
          <p:nvPr/>
        </p:nvSpPr>
        <p:spPr bwMode="auto">
          <a:xfrm>
            <a:off x="13136316" y="17630762"/>
            <a:ext cx="11704320" cy="1371600"/>
          </a:xfrm>
          <a:prstGeom prst="rect">
            <a:avLst/>
          </a:prstGeom>
          <a:solidFill>
            <a:srgbClr val="FFC629"/>
          </a:solidFill>
          <a:ln>
            <a:noFill/>
          </a:ln>
        </p:spPr>
        <p:txBody>
          <a:bodyPr wrap="square" lIns="275013" tIns="137505" rIns="275013" bIns="137505" anchor="t">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nSpc>
                <a:spcPct val="100000"/>
              </a:lnSpc>
            </a:pPr>
            <a:r>
              <a:rPr lang="en-US" sz="7181" dirty="0">
                <a:latin typeface="Calibri"/>
                <a:cs typeface="Times New Roman"/>
              </a:rPr>
              <a:t>Final Model</a:t>
            </a:r>
            <a:endParaRPr lang="en-US" sz="7181" dirty="0">
              <a:solidFill>
                <a:schemeClr val="bg1"/>
              </a:solidFill>
              <a:latin typeface="Calibri"/>
              <a:cs typeface="Calibri"/>
            </a:endParaRPr>
          </a:p>
        </p:txBody>
      </p:sp>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1489A9E8-3031-DBA8-DC1E-332DA510B73D}"/>
                  </a:ext>
                </a:extLst>
              </p:cNvPr>
              <p:cNvSpPr txBox="1"/>
              <p:nvPr/>
            </p:nvSpPr>
            <p:spPr>
              <a:xfrm>
                <a:off x="13243278" y="19347893"/>
                <a:ext cx="11597358" cy="4582024"/>
              </a:xfrm>
              <a:prstGeom prst="rect">
                <a:avLst/>
              </a:prstGeom>
              <a:noFill/>
            </p:spPr>
            <p:txBody>
              <a:bodyPr wrap="square" rtlCol="0">
                <a:spAutoFit/>
              </a:bodyPr>
              <a:lstStyle/>
              <a:p>
                <a:pPr>
                  <a:lnSpc>
                    <a:spcPct val="100000"/>
                  </a:lnSpc>
                </a:pPr>
                <a14:m>
                  <m:oMathPara xmlns:m="http://schemas.openxmlformats.org/officeDocument/2006/math">
                    <m:oMathParaPr>
                      <m:jc m:val="center"/>
                    </m:oMathParaPr>
                    <m:oMath xmlns:m="http://schemas.openxmlformats.org/officeDocument/2006/math">
                      <m:r>
                        <a:rPr lang="en-US" sz="3890" b="1" i="1" smtClean="0">
                          <a:latin typeface="Cambria Math" panose="02040503050406030204" pitchFamily="18" charset="0"/>
                        </a:rPr>
                        <m:t>𝒕𝒐𝒕𝒂𝒍</m:t>
                      </m:r>
                      <m:r>
                        <a:rPr lang="en-US" sz="3890" b="1" i="1" smtClean="0">
                          <a:latin typeface="Cambria Math" panose="02040503050406030204" pitchFamily="18" charset="0"/>
                        </a:rPr>
                        <m:t>=</m:t>
                      </m:r>
                      <m:r>
                        <a:rPr lang="en-US" sz="3890" b="1" i="1" smtClean="0">
                          <a:latin typeface="Cambria Math" panose="02040503050406030204" pitchFamily="18" charset="0"/>
                        </a:rPr>
                        <m:t>𝟏𝟎</m:t>
                      </m:r>
                      <m:r>
                        <a:rPr lang="en-US" sz="3890" b="1" i="1" smtClean="0">
                          <a:latin typeface="Cambria Math" panose="02040503050406030204" pitchFamily="18" charset="0"/>
                        </a:rPr>
                        <m:t>.</m:t>
                      </m:r>
                      <m:r>
                        <a:rPr lang="en-US" sz="3890" b="1" i="1" smtClean="0">
                          <a:latin typeface="Cambria Math" panose="02040503050406030204" pitchFamily="18" charset="0"/>
                        </a:rPr>
                        <m:t>𝟑𝟖</m:t>
                      </m:r>
                      <m:r>
                        <a:rPr lang="en-US" sz="3890" b="1" i="1" smtClean="0">
                          <a:latin typeface="Cambria Math" panose="02040503050406030204" pitchFamily="18" charset="0"/>
                        </a:rPr>
                        <m:t>+</m:t>
                      </m:r>
                      <m:r>
                        <a:rPr lang="en-US" sz="3890" b="1" i="1" smtClean="0">
                          <a:latin typeface="Cambria Math" panose="02040503050406030204" pitchFamily="18" charset="0"/>
                        </a:rPr>
                        <m:t>𝟎</m:t>
                      </m:r>
                      <m:r>
                        <a:rPr lang="en-US" sz="3890" b="1" i="1" smtClean="0">
                          <a:latin typeface="Cambria Math" panose="02040503050406030204" pitchFamily="18" charset="0"/>
                        </a:rPr>
                        <m:t>.</m:t>
                      </m:r>
                      <m:r>
                        <a:rPr lang="en-US" sz="3890" b="1" i="1" smtClean="0">
                          <a:latin typeface="Cambria Math" panose="02040503050406030204" pitchFamily="18" charset="0"/>
                        </a:rPr>
                        <m:t>𝟕𝟎</m:t>
                      </m:r>
                      <m:r>
                        <a:rPr lang="en-US" sz="3890" b="1" i="1" smtClean="0">
                          <a:latin typeface="Cambria Math" panose="02040503050406030204" pitchFamily="18" charset="0"/>
                        </a:rPr>
                        <m:t>⋅</m:t>
                      </m:r>
                      <m:d>
                        <m:dPr>
                          <m:ctrlPr>
                            <a:rPr lang="en-US" sz="3890" b="1" i="1" smtClean="0">
                              <a:latin typeface="Cambria Math" panose="02040503050406030204" pitchFamily="18" charset="0"/>
                            </a:rPr>
                          </m:ctrlPr>
                        </m:dPr>
                        <m:e>
                          <m:r>
                            <a:rPr lang="en-US" sz="3890" b="1" i="1" smtClean="0">
                              <a:latin typeface="Cambria Math" panose="02040503050406030204" pitchFamily="18" charset="0"/>
                            </a:rPr>
                            <m:t>𝒔𝒏𝒐𝒘</m:t>
                          </m:r>
                        </m:e>
                      </m:d>
                    </m:oMath>
                  </m:oMathPara>
                </a14:m>
                <a:endParaRPr lang="en-US" sz="3890" b="1" i="1" dirty="0">
                  <a:latin typeface="Cambria Math" panose="02040503050406030204" pitchFamily="18" charset="0"/>
                </a:endParaRPr>
              </a:p>
              <a:p>
                <a:pPr>
                  <a:lnSpc>
                    <a:spcPct val="100000"/>
                  </a:lnSpc>
                </a:pPr>
                <a14:m>
                  <m:oMathPara xmlns:m="http://schemas.openxmlformats.org/officeDocument/2006/math">
                    <m:oMathParaPr>
                      <m:jc m:val="center"/>
                    </m:oMathParaPr>
                    <m:oMath xmlns:m="http://schemas.openxmlformats.org/officeDocument/2006/math">
                      <m:r>
                        <a:rPr lang="en-US" sz="3890" b="1" i="1" smtClean="0">
                          <a:latin typeface="Cambria Math" panose="02040503050406030204" pitchFamily="18" charset="0"/>
                        </a:rPr>
                        <m:t>                                    +</m:t>
                      </m:r>
                      <m:r>
                        <a:rPr lang="en-US" sz="3890" b="1" i="1" smtClean="0">
                          <a:latin typeface="Cambria Math" panose="02040503050406030204" pitchFamily="18" charset="0"/>
                        </a:rPr>
                        <m:t>𝟎</m:t>
                      </m:r>
                      <m:r>
                        <a:rPr lang="en-US" sz="3890" b="1" i="1" smtClean="0">
                          <a:latin typeface="Cambria Math" panose="02040503050406030204" pitchFamily="18" charset="0"/>
                        </a:rPr>
                        <m:t>.</m:t>
                      </m:r>
                      <m:r>
                        <a:rPr lang="en-US" sz="3890" b="1" i="1" smtClean="0">
                          <a:latin typeface="Cambria Math" panose="02040503050406030204" pitchFamily="18" charset="0"/>
                        </a:rPr>
                        <m:t>𝟐𝟗</m:t>
                      </m:r>
                      <m:r>
                        <a:rPr lang="en-US" sz="3890" b="1" i="1" smtClean="0">
                          <a:latin typeface="Cambria Math" panose="02040503050406030204" pitchFamily="18" charset="0"/>
                        </a:rPr>
                        <m:t>⋅(</m:t>
                      </m:r>
                      <m:r>
                        <a:rPr lang="en-US" sz="3890" b="1" i="1" smtClean="0">
                          <a:latin typeface="Cambria Math" panose="02040503050406030204" pitchFamily="18" charset="0"/>
                        </a:rPr>
                        <m:t>𝒓𝒊𝒅𝒆𝒓𝒔𝒉𝒊𝒑</m:t>
                      </m:r>
                      <m:r>
                        <a:rPr lang="en-US" sz="3890" b="1" i="1" smtClean="0">
                          <a:latin typeface="Cambria Math" panose="02040503050406030204" pitchFamily="18" charset="0"/>
                        </a:rPr>
                        <m:t> </m:t>
                      </m:r>
                      <m:r>
                        <a:rPr lang="en-US" sz="3890" b="1" i="1" smtClean="0">
                          <a:latin typeface="Cambria Math" panose="02040503050406030204" pitchFamily="18" charset="0"/>
                        </a:rPr>
                        <m:t>𝒊𝒏</m:t>
                      </m:r>
                      <m:r>
                        <a:rPr lang="en-US" sz="3890" b="1" i="1" smtClean="0">
                          <a:latin typeface="Cambria Math" panose="02040503050406030204" pitchFamily="18" charset="0"/>
                        </a:rPr>
                        <m:t> </m:t>
                      </m:r>
                      <m:r>
                        <a:rPr lang="en-US" sz="3890" b="1" i="1" smtClean="0">
                          <a:latin typeface="Cambria Math" panose="02040503050406030204" pitchFamily="18" charset="0"/>
                        </a:rPr>
                        <m:t>𝒎𝒊𝒍𝒍𝒊𝒐𝒏𝒔</m:t>
                      </m:r>
                      <m:r>
                        <a:rPr lang="en-US" sz="3890" b="1" i="1" smtClean="0">
                          <a:latin typeface="Cambria Math" panose="02040503050406030204" pitchFamily="18" charset="0"/>
                        </a:rPr>
                        <m:t>)</m:t>
                      </m:r>
                    </m:oMath>
                  </m:oMathPara>
                </a14:m>
                <a:endParaRPr lang="en-US" sz="3890" dirty="0">
                  <a:latin typeface="Calibri" panose="020F0502020204030204" pitchFamily="34" charset="0"/>
                  <a:cs typeface="Calibri" panose="020F0502020204030204" pitchFamily="34" charset="0"/>
                </a:endParaRPr>
              </a:p>
              <a:p>
                <a:pPr marL="571500" indent="-571500" algn="l">
                  <a:lnSpc>
                    <a:spcPct val="100000"/>
                  </a:lnSpc>
                  <a:buFont typeface="Arial" panose="020B0604020202020204" pitchFamily="34" charset="0"/>
                  <a:buChar char="•"/>
                </a:pPr>
                <a:r>
                  <a:rPr lang="en-US" sz="3890" b="0" dirty="0">
                    <a:latin typeface="Calibri" panose="020F0502020204030204" pitchFamily="34" charset="0"/>
                    <a:cs typeface="Calibri" panose="020F0502020204030204" pitchFamily="34" charset="0"/>
                  </a:rPr>
                  <a:t>Ridership is the strongest predictor</a:t>
                </a:r>
              </a:p>
              <a:p>
                <a:pPr marL="571500" indent="-571500" algn="l">
                  <a:lnSpc>
                    <a:spcPct val="100000"/>
                  </a:lnSpc>
                  <a:buFont typeface="Arial" panose="020B0604020202020204" pitchFamily="34" charset="0"/>
                  <a:buChar char="•"/>
                </a:pPr>
                <a:r>
                  <a:rPr lang="en-US" sz="3890" b="0" dirty="0">
                    <a:latin typeface="Calibri" panose="020F0502020204030204" pitchFamily="34" charset="0"/>
                    <a:cs typeface="Calibri" panose="020F0502020204030204" pitchFamily="34" charset="0"/>
                  </a:rPr>
                  <a:t>Snowfall remains significant</a:t>
                </a:r>
              </a:p>
              <a:p>
                <a:pPr marL="571500" indent="-571500" algn="l">
                  <a:lnSpc>
                    <a:spcPct val="100000"/>
                  </a:lnSpc>
                  <a:buFont typeface="Arial" panose="020B0604020202020204" pitchFamily="34" charset="0"/>
                  <a:buChar char="•"/>
                </a:pPr>
                <a:r>
                  <a:rPr lang="en-US" sz="3890" b="0" dirty="0">
                    <a:latin typeface="Calibri" panose="020F0502020204030204" pitchFamily="34" charset="0"/>
                    <a:cs typeface="Calibri" panose="020F0502020204030204" pitchFamily="34" charset="0"/>
                  </a:rPr>
                  <a:t>Model improves substantially  over weather-only model</a:t>
                </a:r>
              </a:p>
            </p:txBody>
          </p:sp>
        </mc:Choice>
        <mc:Fallback>
          <p:sp>
            <p:nvSpPr>
              <p:cNvPr id="32" name="TextBox 31">
                <a:extLst>
                  <a:ext uri="{FF2B5EF4-FFF2-40B4-BE49-F238E27FC236}">
                    <a16:creationId xmlns:a16="http://schemas.microsoft.com/office/drawing/2014/main" id="{1489A9E8-3031-DBA8-DC1E-332DA510B73D}"/>
                  </a:ext>
                </a:extLst>
              </p:cNvPr>
              <p:cNvSpPr txBox="1">
                <a:spLocks noRot="1" noChangeAspect="1" noMove="1" noResize="1" noEditPoints="1" noAdjustHandles="1" noChangeArrowheads="1" noChangeShapeType="1" noTextEdit="1"/>
              </p:cNvSpPr>
              <p:nvPr/>
            </p:nvSpPr>
            <p:spPr>
              <a:xfrm>
                <a:off x="13243278" y="19347893"/>
                <a:ext cx="11597358" cy="4582024"/>
              </a:xfrm>
              <a:prstGeom prst="rect">
                <a:avLst/>
              </a:prstGeom>
              <a:blipFill>
                <a:blip r:embed="rId10"/>
                <a:stretch>
                  <a:fillRect l="-1530" r="-437" b="-4420"/>
                </a:stretch>
              </a:blipFill>
            </p:spPr>
            <p:txBody>
              <a:bodyPr/>
              <a:lstStyle/>
              <a:p>
                <a:r>
                  <a:rPr lang="en-US">
                    <a:noFill/>
                  </a:rPr>
                  <a:t> </a:t>
                </a:r>
              </a:p>
            </p:txBody>
          </p:sp>
        </mc:Fallback>
      </mc:AlternateContent>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50F0F216D7F944AA2B349E856D0EDB7" ma:contentTypeVersion="15" ma:contentTypeDescription="Create a new document." ma:contentTypeScope="" ma:versionID="477caacc83aa23ebe33382f71b0bffc9">
  <xsd:schema xmlns:xsd="http://www.w3.org/2001/XMLSchema" xmlns:xs="http://www.w3.org/2001/XMLSchema" xmlns:p="http://schemas.microsoft.com/office/2006/metadata/properties" xmlns:ns2="1cdef49e-8a46-4f60-85b1-ff76a54f0f3b" xmlns:ns3="93ca66e9-14da-46c7-9d1a-f717ce64c68a" targetNamespace="http://schemas.microsoft.com/office/2006/metadata/properties" ma:root="true" ma:fieldsID="aa3eb2c32253e7d38ee0679c07465670" ns2:_="" ns3:_="">
    <xsd:import namespace="1cdef49e-8a46-4f60-85b1-ff76a54f0f3b"/>
    <xsd:import namespace="93ca66e9-14da-46c7-9d1a-f717ce64c68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def49e-8a46-4f60-85b1-ff76a54f0f3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516867a8-d3dd-450c-8722-94d742a2adf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3ca66e9-14da-46c7-9d1a-f717ce64c68a"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4b576a8e-471e-45e2-b19a-277502d9b003}" ma:internalName="TaxCatchAll" ma:showField="CatchAllData" ma:web="93ca66e9-14da-46c7-9d1a-f717ce64c6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cdef49e-8a46-4f60-85b1-ff76a54f0f3b">
      <Terms xmlns="http://schemas.microsoft.com/office/infopath/2007/PartnerControls"/>
    </lcf76f155ced4ddcb4097134ff3c332f>
    <TaxCatchAll xmlns="93ca66e9-14da-46c7-9d1a-f717ce64c68a" xsi:nil="true"/>
  </documentManagement>
</p:properties>
</file>

<file path=customXml/itemProps1.xml><?xml version="1.0" encoding="utf-8"?>
<ds:datastoreItem xmlns:ds="http://schemas.openxmlformats.org/officeDocument/2006/customXml" ds:itemID="{809B84DA-EA33-43F1-B276-64AA4FFBAFBE}">
  <ds:schemaRefs>
    <ds:schemaRef ds:uri="http://schemas.microsoft.com/sharepoint/v3/contenttype/forms"/>
  </ds:schemaRefs>
</ds:datastoreItem>
</file>

<file path=customXml/itemProps2.xml><?xml version="1.0" encoding="utf-8"?>
<ds:datastoreItem xmlns:ds="http://schemas.openxmlformats.org/officeDocument/2006/customXml" ds:itemID="{D05F4ABE-2A83-48A7-B3EC-2D4DD504339E}">
  <ds:schemaRefs>
    <ds:schemaRef ds:uri="1cdef49e-8a46-4f60-85b1-ff76a54f0f3b"/>
    <ds:schemaRef ds:uri="93ca66e9-14da-46c7-9d1a-f717ce64c6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C91EC47-89F2-4C70-A82A-4C643CE69AA9}">
  <ds:schemaRefs>
    <ds:schemaRef ds:uri="http://schemas.microsoft.com/office/2006/documentManagement/types"/>
    <ds:schemaRef ds:uri="1cdef49e-8a46-4f60-85b1-ff76a54f0f3b"/>
    <ds:schemaRef ds:uri="http://www.w3.org/XML/1998/namespace"/>
    <ds:schemaRef ds:uri="http://purl.org/dc/dcmitype/"/>
    <ds:schemaRef ds:uri="http://purl.org/dc/elements/1.1/"/>
    <ds:schemaRef ds:uri="http://schemas.microsoft.com/office/infopath/2007/PartnerControls"/>
    <ds:schemaRef ds:uri="http://schemas.openxmlformats.org/package/2006/metadata/core-properties"/>
    <ds:schemaRef ds:uri="93ca66e9-14da-46c7-9d1a-f717ce64c68a"/>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55</TotalTime>
  <Words>344</Words>
  <Application>Microsoft Macintosh PowerPoint</Application>
  <PresentationFormat>Custom</PresentationFormat>
  <Paragraphs>33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Cambria Math</vt:lpstr>
      <vt:lpstr>Times New Roman</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Stephen J. Kinzey, Ph.D.</dc:creator>
  <cp:lastModifiedBy>Andrew Chincea</cp:lastModifiedBy>
  <cp:revision>2</cp:revision>
  <dcterms:created xsi:type="dcterms:W3CDTF">1999-06-15T14:29:13Z</dcterms:created>
  <dcterms:modified xsi:type="dcterms:W3CDTF">2026-03-20T23:07:40Z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0x010100350F0F216D7F944AA2B349E856D0EDB7</vt:lpwstr>
  </property>
  <property fmtid="{D5CDD505-2E9C-101B-9397-08002B2CF9AE}" pid="3" name="MediaServiceImageTags">
    <vt:lpwstr/>
  </property>
</Properties>
</file>